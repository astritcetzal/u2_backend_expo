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uperDario" charset="1" panose="00000000000000000000"/>
      <p:regular r:id="rId16"/>
    </p:embeddedFont>
    <p:embeddedFont>
      <p:font typeface="Now Bold" charset="1" panose="00000800000000000000"/>
      <p:regular r:id="rId17"/>
    </p:embeddedFont>
    <p:embeddedFont>
      <p:font typeface="Now Light" charset="1" panose="00000400000000000000"/>
      <p:regular r:id="rId18"/>
    </p:embeddedFont>
    <p:embeddedFont>
      <p:font typeface="Now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.jpe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4.jpeg" Type="http://schemas.openxmlformats.org/officeDocument/2006/relationships/image"/><Relationship Id="rId5" Target="../media/image55.jpe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12" Target="../media/image66.png" Type="http://schemas.openxmlformats.org/officeDocument/2006/relationships/image"/><Relationship Id="rId13" Target="../media/image67.svg" Type="http://schemas.openxmlformats.org/officeDocument/2006/relationships/image"/><Relationship Id="rId14" Target="../media/image68.png" Type="http://schemas.openxmlformats.org/officeDocument/2006/relationships/image"/><Relationship Id="rId15" Target="../media/image69.svg" Type="http://schemas.openxmlformats.org/officeDocument/2006/relationships/image"/><Relationship Id="rId16" Target="../media/image70.png" Type="http://schemas.openxmlformats.org/officeDocument/2006/relationships/image"/><Relationship Id="rId17" Target="../media/image71.svg" Type="http://schemas.openxmlformats.org/officeDocument/2006/relationships/image"/><Relationship Id="rId18" Target="../media/image72.png" Type="http://schemas.openxmlformats.org/officeDocument/2006/relationships/image"/><Relationship Id="rId19" Target="../media/image73.svg" Type="http://schemas.openxmlformats.org/officeDocument/2006/relationships/image"/><Relationship Id="rId2" Target="../media/image1.png" Type="http://schemas.openxmlformats.org/officeDocument/2006/relationships/image"/><Relationship Id="rId20" Target="../media/image7.png" Type="http://schemas.openxmlformats.org/officeDocument/2006/relationships/image"/><Relationship Id="rId21" Target="../media/image8.svg" Type="http://schemas.openxmlformats.org/officeDocument/2006/relationships/image"/><Relationship Id="rId22" Target="../media/image74.png" Type="http://schemas.openxmlformats.org/officeDocument/2006/relationships/image"/><Relationship Id="rId23" Target="../media/image75.svg" Type="http://schemas.openxmlformats.org/officeDocument/2006/relationships/image"/><Relationship Id="rId24" Target="../media/image76.png" Type="http://schemas.openxmlformats.org/officeDocument/2006/relationships/image"/><Relationship Id="rId25" Target="../media/image77.sv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3" Target="../media/image2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0.png" Type="http://schemas.openxmlformats.org/officeDocument/2006/relationships/image"/><Relationship Id="rId5" Target="../media/image81.svg" Type="http://schemas.openxmlformats.org/officeDocument/2006/relationships/image"/><Relationship Id="rId6" Target="../media/image82.png" Type="http://schemas.openxmlformats.org/officeDocument/2006/relationships/image"/><Relationship Id="rId7" Target="../media/image83.svg" Type="http://schemas.openxmlformats.org/officeDocument/2006/relationships/image"/><Relationship Id="rId8" Target="../media/image84.png" Type="http://schemas.openxmlformats.org/officeDocument/2006/relationships/image"/><Relationship Id="rId9" Target="../media/image8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svg" Type="http://schemas.openxmlformats.org/officeDocument/2006/relationships/image"/><Relationship Id="rId11" Target="../media/image95.png" Type="http://schemas.openxmlformats.org/officeDocument/2006/relationships/image"/><Relationship Id="rId12" Target="../media/image96.svg" Type="http://schemas.openxmlformats.org/officeDocument/2006/relationships/image"/><Relationship Id="rId13" Target="../media/image97.png" Type="http://schemas.openxmlformats.org/officeDocument/2006/relationships/image"/><Relationship Id="rId14" Target="../media/image9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8.png" Type="http://schemas.openxmlformats.org/officeDocument/2006/relationships/image"/><Relationship Id="rId5" Target="../media/image89.svg" Type="http://schemas.openxmlformats.org/officeDocument/2006/relationships/image"/><Relationship Id="rId6" Target="../media/image90.jpe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svg" Type="http://schemas.openxmlformats.org/officeDocument/2006/relationships/image"/><Relationship Id="rId12" Target="../media/image105.png" Type="http://schemas.openxmlformats.org/officeDocument/2006/relationships/image"/><Relationship Id="rId13" Target="../media/image106.svg" Type="http://schemas.openxmlformats.org/officeDocument/2006/relationships/image"/><Relationship Id="rId14" Target="../media/image107.png" Type="http://schemas.openxmlformats.org/officeDocument/2006/relationships/image"/><Relationship Id="rId15" Target="../media/image10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9.png" Type="http://schemas.openxmlformats.org/officeDocument/2006/relationships/image"/><Relationship Id="rId5" Target="../media/image100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101.png" Type="http://schemas.openxmlformats.org/officeDocument/2006/relationships/image"/><Relationship Id="rId9" Target="../media/image10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182631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3"/>
                </a:lnTo>
                <a:lnTo>
                  <a:pt x="0" y="78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41888" y="1938741"/>
            <a:ext cx="11081077" cy="5459949"/>
          </a:xfrm>
          <a:custGeom>
            <a:avLst/>
            <a:gdLst/>
            <a:ahLst/>
            <a:cxnLst/>
            <a:rect r="r" b="b" t="t" l="l"/>
            <a:pathLst>
              <a:path h="5459949" w="11081077">
                <a:moveTo>
                  <a:pt x="0" y="0"/>
                </a:moveTo>
                <a:lnTo>
                  <a:pt x="11081077" y="0"/>
                </a:lnTo>
                <a:lnTo>
                  <a:pt x="11081077" y="5459949"/>
                </a:lnTo>
                <a:lnTo>
                  <a:pt x="0" y="545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81269" y="4293882"/>
            <a:ext cx="9645486" cy="2146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09"/>
              </a:lnSpc>
            </a:pPr>
            <a:r>
              <a:rPr lang="en-US" sz="17298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KUBERNETES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802858" y="6415769"/>
            <a:ext cx="6543254" cy="2926619"/>
          </a:xfrm>
          <a:custGeom>
            <a:avLst/>
            <a:gdLst/>
            <a:ahLst/>
            <a:cxnLst/>
            <a:rect r="r" b="b" t="t" l="l"/>
            <a:pathLst>
              <a:path h="2926619" w="6543254">
                <a:moveTo>
                  <a:pt x="0" y="0"/>
                </a:moveTo>
                <a:lnTo>
                  <a:pt x="6543254" y="0"/>
                </a:lnTo>
                <a:lnTo>
                  <a:pt x="6543254" y="2926619"/>
                </a:lnTo>
                <a:lnTo>
                  <a:pt x="0" y="29266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55301" y="2595955"/>
            <a:ext cx="1181621" cy="1662126"/>
          </a:xfrm>
          <a:custGeom>
            <a:avLst/>
            <a:gdLst/>
            <a:ahLst/>
            <a:cxnLst/>
            <a:rect r="r" b="b" t="t" l="l"/>
            <a:pathLst>
              <a:path h="1662126" w="1181621">
                <a:moveTo>
                  <a:pt x="0" y="0"/>
                </a:moveTo>
                <a:lnTo>
                  <a:pt x="1181621" y="0"/>
                </a:lnTo>
                <a:lnTo>
                  <a:pt x="1181621" y="1662126"/>
                </a:lnTo>
                <a:lnTo>
                  <a:pt x="0" y="16621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7556" y="7504665"/>
            <a:ext cx="2293713" cy="2026808"/>
          </a:xfrm>
          <a:custGeom>
            <a:avLst/>
            <a:gdLst/>
            <a:ahLst/>
            <a:cxnLst/>
            <a:rect r="r" b="b" t="t" l="l"/>
            <a:pathLst>
              <a:path h="2026808" w="2293713">
                <a:moveTo>
                  <a:pt x="0" y="0"/>
                </a:moveTo>
                <a:lnTo>
                  <a:pt x="2293713" y="0"/>
                </a:lnTo>
                <a:lnTo>
                  <a:pt x="2293713" y="2026808"/>
                </a:lnTo>
                <a:lnTo>
                  <a:pt x="0" y="20268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7633313"/>
            <a:ext cx="4878965" cy="112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Presentado por 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Danna Albertos, Astrit Cetzal,</a:t>
            </a:r>
          </a:p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Giovana Díaz y Venus Semino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39506" y="2991910"/>
            <a:ext cx="9326705" cy="20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2"/>
              </a:lnSpc>
            </a:pPr>
            <a:r>
              <a:rPr lang="en-US" sz="208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Arquitectura de Software y desarrollo backend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182631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3"/>
                </a:lnTo>
                <a:lnTo>
                  <a:pt x="0" y="78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86670" y="3901573"/>
            <a:ext cx="3163327" cy="3874900"/>
          </a:xfrm>
          <a:custGeom>
            <a:avLst/>
            <a:gdLst/>
            <a:ahLst/>
            <a:cxnLst/>
            <a:rect r="r" b="b" t="t" l="l"/>
            <a:pathLst>
              <a:path h="3874900" w="3163327">
                <a:moveTo>
                  <a:pt x="0" y="0"/>
                </a:moveTo>
                <a:lnTo>
                  <a:pt x="3163327" y="0"/>
                </a:lnTo>
                <a:lnTo>
                  <a:pt x="3163327" y="3874900"/>
                </a:lnTo>
                <a:lnTo>
                  <a:pt x="0" y="3874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5769818" y="4513493"/>
            <a:ext cx="3163327" cy="3874900"/>
          </a:xfrm>
          <a:custGeom>
            <a:avLst/>
            <a:gdLst/>
            <a:ahLst/>
            <a:cxnLst/>
            <a:rect r="r" b="b" t="t" l="l"/>
            <a:pathLst>
              <a:path h="3874900" w="3163327">
                <a:moveTo>
                  <a:pt x="3163328" y="0"/>
                </a:moveTo>
                <a:lnTo>
                  <a:pt x="0" y="0"/>
                </a:lnTo>
                <a:lnTo>
                  <a:pt x="0" y="3874900"/>
                </a:lnTo>
                <a:lnTo>
                  <a:pt x="3163328" y="3874900"/>
                </a:lnTo>
                <a:lnTo>
                  <a:pt x="316332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353911" y="3901573"/>
            <a:ext cx="3163327" cy="3874900"/>
          </a:xfrm>
          <a:custGeom>
            <a:avLst/>
            <a:gdLst/>
            <a:ahLst/>
            <a:cxnLst/>
            <a:rect r="r" b="b" t="t" l="l"/>
            <a:pathLst>
              <a:path h="3874900" w="3163327">
                <a:moveTo>
                  <a:pt x="3163327" y="0"/>
                </a:moveTo>
                <a:lnTo>
                  <a:pt x="0" y="0"/>
                </a:lnTo>
                <a:lnTo>
                  <a:pt x="0" y="3874900"/>
                </a:lnTo>
                <a:lnTo>
                  <a:pt x="3163327" y="3874900"/>
                </a:lnTo>
                <a:lnTo>
                  <a:pt x="316332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38003" y="4513493"/>
            <a:ext cx="3163327" cy="3874900"/>
          </a:xfrm>
          <a:custGeom>
            <a:avLst/>
            <a:gdLst/>
            <a:ahLst/>
            <a:cxnLst/>
            <a:rect r="r" b="b" t="t" l="l"/>
            <a:pathLst>
              <a:path h="3874900" w="3163327">
                <a:moveTo>
                  <a:pt x="0" y="0"/>
                </a:moveTo>
                <a:lnTo>
                  <a:pt x="3163327" y="0"/>
                </a:lnTo>
                <a:lnTo>
                  <a:pt x="3163327" y="3874900"/>
                </a:lnTo>
                <a:lnTo>
                  <a:pt x="0" y="3874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418141" y="1513109"/>
            <a:ext cx="11871539" cy="1816964"/>
            <a:chOff x="0" y="0"/>
            <a:chExt cx="3126661" cy="4785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26661" cy="478542"/>
            </a:xfrm>
            <a:custGeom>
              <a:avLst/>
              <a:gdLst/>
              <a:ahLst/>
              <a:cxnLst/>
              <a:rect r="r" b="b" t="t" l="l"/>
              <a:pathLst>
                <a:path h="478542" w="3126661">
                  <a:moveTo>
                    <a:pt x="0" y="0"/>
                  </a:moveTo>
                  <a:lnTo>
                    <a:pt x="3126661" y="0"/>
                  </a:lnTo>
                  <a:lnTo>
                    <a:pt x="3126661" y="478542"/>
                  </a:lnTo>
                  <a:lnTo>
                    <a:pt x="0" y="478542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126661" cy="526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075334" y="690564"/>
            <a:ext cx="1805263" cy="2565620"/>
          </a:xfrm>
          <a:custGeom>
            <a:avLst/>
            <a:gdLst/>
            <a:ahLst/>
            <a:cxnLst/>
            <a:rect r="r" b="b" t="t" l="l"/>
            <a:pathLst>
              <a:path h="2565620" w="1805263">
                <a:moveTo>
                  <a:pt x="0" y="0"/>
                </a:moveTo>
                <a:lnTo>
                  <a:pt x="1805264" y="0"/>
                </a:lnTo>
                <a:lnTo>
                  <a:pt x="1805264" y="2565620"/>
                </a:lnTo>
                <a:lnTo>
                  <a:pt x="0" y="25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45826" y="2163874"/>
            <a:ext cx="1905894" cy="1881637"/>
          </a:xfrm>
          <a:custGeom>
            <a:avLst/>
            <a:gdLst/>
            <a:ahLst/>
            <a:cxnLst/>
            <a:rect r="r" b="b" t="t" l="l"/>
            <a:pathLst>
              <a:path h="1881637" w="1905894">
                <a:moveTo>
                  <a:pt x="0" y="0"/>
                </a:moveTo>
                <a:lnTo>
                  <a:pt x="1905894" y="0"/>
                </a:lnTo>
                <a:lnTo>
                  <a:pt x="1905894" y="1881637"/>
                </a:lnTo>
                <a:lnTo>
                  <a:pt x="0" y="18816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19643" y="8197893"/>
            <a:ext cx="3031862" cy="1455294"/>
          </a:xfrm>
          <a:custGeom>
            <a:avLst/>
            <a:gdLst/>
            <a:ahLst/>
            <a:cxnLst/>
            <a:rect r="r" b="b" t="t" l="l"/>
            <a:pathLst>
              <a:path h="1455294" w="3031862">
                <a:moveTo>
                  <a:pt x="0" y="0"/>
                </a:moveTo>
                <a:lnTo>
                  <a:pt x="3031862" y="0"/>
                </a:lnTo>
                <a:lnTo>
                  <a:pt x="3031862" y="1455294"/>
                </a:lnTo>
                <a:lnTo>
                  <a:pt x="0" y="145529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49369" y="1421466"/>
            <a:ext cx="11409082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105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PROBLEMA QUE RESUELVE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93304" y="5376857"/>
            <a:ext cx="2600516" cy="168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801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Kubernetes es una plataforma open source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02537" y="5922102"/>
            <a:ext cx="2600516" cy="168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801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para organizar/orquestar contenedor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04671" y="5223448"/>
            <a:ext cx="2600516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</a:pPr>
            <a:r>
              <a:rPr lang="en-US" sz="2601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que automatiza la implementación,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144637" y="5839023"/>
            <a:ext cx="2600516" cy="210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1"/>
              </a:lnSpc>
            </a:pPr>
            <a:r>
              <a:rPr lang="en-US" sz="2801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la gestión y el ajuste de las aplicaciones que se alojan allí.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182631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3"/>
                </a:lnTo>
                <a:lnTo>
                  <a:pt x="0" y="78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0411" y="3914699"/>
            <a:ext cx="4884031" cy="4164746"/>
          </a:xfrm>
          <a:custGeom>
            <a:avLst/>
            <a:gdLst/>
            <a:ahLst/>
            <a:cxnLst/>
            <a:rect r="r" b="b" t="t" l="l"/>
            <a:pathLst>
              <a:path h="4164746" w="4884031">
                <a:moveTo>
                  <a:pt x="0" y="0"/>
                </a:moveTo>
                <a:lnTo>
                  <a:pt x="4884030" y="0"/>
                </a:lnTo>
                <a:lnTo>
                  <a:pt x="4884030" y="4164746"/>
                </a:lnTo>
                <a:lnTo>
                  <a:pt x="0" y="4164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700691" y="5188804"/>
            <a:ext cx="4884031" cy="4164746"/>
          </a:xfrm>
          <a:custGeom>
            <a:avLst/>
            <a:gdLst/>
            <a:ahLst/>
            <a:cxnLst/>
            <a:rect r="r" b="b" t="t" l="l"/>
            <a:pathLst>
              <a:path h="4164746" w="4884031">
                <a:moveTo>
                  <a:pt x="4884031" y="0"/>
                </a:moveTo>
                <a:lnTo>
                  <a:pt x="0" y="0"/>
                </a:lnTo>
                <a:lnTo>
                  <a:pt x="0" y="4164746"/>
                </a:lnTo>
                <a:lnTo>
                  <a:pt x="4884031" y="4164746"/>
                </a:lnTo>
                <a:lnTo>
                  <a:pt x="488403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59876" y="3914699"/>
            <a:ext cx="4884031" cy="4164746"/>
          </a:xfrm>
          <a:custGeom>
            <a:avLst/>
            <a:gdLst/>
            <a:ahLst/>
            <a:cxnLst/>
            <a:rect r="r" b="b" t="t" l="l"/>
            <a:pathLst>
              <a:path h="4164746" w="4884031">
                <a:moveTo>
                  <a:pt x="0" y="0"/>
                </a:moveTo>
                <a:lnTo>
                  <a:pt x="4884030" y="0"/>
                </a:lnTo>
                <a:lnTo>
                  <a:pt x="4884030" y="4164746"/>
                </a:lnTo>
                <a:lnTo>
                  <a:pt x="0" y="4164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418141" y="1513109"/>
            <a:ext cx="11871539" cy="1816964"/>
            <a:chOff x="0" y="0"/>
            <a:chExt cx="3126661" cy="4785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26661" cy="478542"/>
            </a:xfrm>
            <a:custGeom>
              <a:avLst/>
              <a:gdLst/>
              <a:ahLst/>
              <a:cxnLst/>
              <a:rect r="r" b="b" t="t" l="l"/>
              <a:pathLst>
                <a:path h="478542" w="3126661">
                  <a:moveTo>
                    <a:pt x="0" y="0"/>
                  </a:moveTo>
                  <a:lnTo>
                    <a:pt x="3126661" y="0"/>
                  </a:lnTo>
                  <a:lnTo>
                    <a:pt x="3126661" y="478542"/>
                  </a:lnTo>
                  <a:lnTo>
                    <a:pt x="0" y="478542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126661" cy="526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88362" y="626174"/>
            <a:ext cx="1674314" cy="2661482"/>
          </a:xfrm>
          <a:custGeom>
            <a:avLst/>
            <a:gdLst/>
            <a:ahLst/>
            <a:cxnLst/>
            <a:rect r="r" b="b" t="t" l="l"/>
            <a:pathLst>
              <a:path h="2661482" w="1674314">
                <a:moveTo>
                  <a:pt x="0" y="0"/>
                </a:moveTo>
                <a:lnTo>
                  <a:pt x="1674315" y="0"/>
                </a:lnTo>
                <a:lnTo>
                  <a:pt x="1674315" y="2661482"/>
                </a:lnTo>
                <a:lnTo>
                  <a:pt x="0" y="26614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195940" y="3610089"/>
            <a:ext cx="3892436" cy="1033265"/>
          </a:xfrm>
          <a:custGeom>
            <a:avLst/>
            <a:gdLst/>
            <a:ahLst/>
            <a:cxnLst/>
            <a:rect r="r" b="b" t="t" l="l"/>
            <a:pathLst>
              <a:path h="1033265" w="3892436">
                <a:moveTo>
                  <a:pt x="0" y="0"/>
                </a:moveTo>
                <a:lnTo>
                  <a:pt x="3892437" y="0"/>
                </a:lnTo>
                <a:lnTo>
                  <a:pt x="3892437" y="1033265"/>
                </a:lnTo>
                <a:lnTo>
                  <a:pt x="0" y="10332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501891" y="8461777"/>
            <a:ext cx="2515823" cy="1207595"/>
          </a:xfrm>
          <a:custGeom>
            <a:avLst/>
            <a:gdLst/>
            <a:ahLst/>
            <a:cxnLst/>
            <a:rect r="r" b="b" t="t" l="l"/>
            <a:pathLst>
              <a:path h="1207595" w="2515823">
                <a:moveTo>
                  <a:pt x="0" y="0"/>
                </a:moveTo>
                <a:lnTo>
                  <a:pt x="2515823" y="0"/>
                </a:lnTo>
                <a:lnTo>
                  <a:pt x="2515823" y="1207595"/>
                </a:lnTo>
                <a:lnTo>
                  <a:pt x="0" y="12075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946905" y="701659"/>
            <a:ext cx="748567" cy="961944"/>
          </a:xfrm>
          <a:custGeom>
            <a:avLst/>
            <a:gdLst/>
            <a:ahLst/>
            <a:cxnLst/>
            <a:rect r="r" b="b" t="t" l="l"/>
            <a:pathLst>
              <a:path h="961944" w="748567">
                <a:moveTo>
                  <a:pt x="0" y="0"/>
                </a:moveTo>
                <a:lnTo>
                  <a:pt x="748568" y="0"/>
                </a:lnTo>
                <a:lnTo>
                  <a:pt x="748568" y="961944"/>
                </a:lnTo>
                <a:lnTo>
                  <a:pt x="0" y="96194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25519" y="5577795"/>
            <a:ext cx="3516479" cy="19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Estela Domínguez</a:t>
            </a:r>
          </a:p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Francisco Andrade</a:t>
            </a:r>
          </a:p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Juliana Silva</a:t>
            </a:r>
          </a:p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Pedro Fernández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25519" y="4219905"/>
            <a:ext cx="3516479" cy="134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4"/>
              </a:lnSpc>
            </a:pPr>
            <a:r>
              <a:rPr lang="en-US" sz="6783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EQUIPO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50370" y="6851900"/>
            <a:ext cx="3516479" cy="19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Mariana Napolitani</a:t>
            </a:r>
          </a:p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Suseki Akutagawa</a:t>
            </a:r>
          </a:p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Dona Gallardo</a:t>
            </a:r>
          </a:p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Teddy Yu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50370" y="5494009"/>
            <a:ext cx="3516479" cy="134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4"/>
              </a:lnSpc>
            </a:pPr>
            <a:r>
              <a:rPr lang="en-US" sz="6783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EQUIPO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44984" y="5577795"/>
            <a:ext cx="3516479" cy="198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Raquel Hernández</a:t>
            </a:r>
          </a:p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Dani Martínez</a:t>
            </a:r>
          </a:p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Julián Alonso</a:t>
            </a:r>
          </a:p>
          <a:p>
            <a:pPr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Javier García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44984" y="4219905"/>
            <a:ext cx="3516479" cy="1348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4"/>
              </a:lnSpc>
            </a:pPr>
            <a:r>
              <a:rPr lang="en-US" sz="6783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EQUIPO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80598" y="1144531"/>
            <a:ext cx="10965228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99"/>
              </a:lnSpc>
            </a:pPr>
            <a:r>
              <a:rPr lang="en-US" sz="124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COMO SE USA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182631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3"/>
                </a:lnTo>
                <a:lnTo>
                  <a:pt x="0" y="78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9850925" y="2997504"/>
            <a:ext cx="6341715" cy="5214897"/>
            <a:chOff x="0" y="0"/>
            <a:chExt cx="4188460" cy="34442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8100" y="38100"/>
              <a:ext cx="4105910" cy="3368040"/>
            </a:xfrm>
            <a:custGeom>
              <a:avLst/>
              <a:gdLst/>
              <a:ahLst/>
              <a:cxnLst/>
              <a:rect r="r" b="b" t="t" l="l"/>
              <a:pathLst>
                <a:path h="3368040" w="4105910">
                  <a:moveTo>
                    <a:pt x="0" y="0"/>
                  </a:moveTo>
                  <a:lnTo>
                    <a:pt x="4105910" y="0"/>
                  </a:lnTo>
                  <a:lnTo>
                    <a:pt x="4105910" y="3368040"/>
                  </a:lnTo>
                  <a:lnTo>
                    <a:pt x="0" y="3368040"/>
                  </a:lnTo>
                  <a:close/>
                </a:path>
              </a:pathLst>
            </a:custGeom>
            <a:blipFill>
              <a:blip r:embed="rId4"/>
              <a:stretch>
                <a:fillRect l="-11560" t="0" r="-1156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" y="6350"/>
              <a:ext cx="4175760" cy="3431540"/>
            </a:xfrm>
            <a:custGeom>
              <a:avLst/>
              <a:gdLst/>
              <a:ahLst/>
              <a:cxnLst/>
              <a:rect r="r" b="b" t="t" l="l"/>
              <a:pathLst>
                <a:path h="3431540" w="4175760">
                  <a:moveTo>
                    <a:pt x="0" y="0"/>
                  </a:moveTo>
                  <a:lnTo>
                    <a:pt x="63500" y="0"/>
                  </a:lnTo>
                  <a:lnTo>
                    <a:pt x="63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  <a:moveTo>
                    <a:pt x="4112260" y="0"/>
                  </a:moveTo>
                  <a:lnTo>
                    <a:pt x="4112260" y="63500"/>
                  </a:lnTo>
                  <a:lnTo>
                    <a:pt x="4175760" y="63500"/>
                  </a:lnTo>
                  <a:lnTo>
                    <a:pt x="4175760" y="0"/>
                  </a:lnTo>
                  <a:lnTo>
                    <a:pt x="4112260" y="0"/>
                  </a:lnTo>
                  <a:close/>
                  <a:moveTo>
                    <a:pt x="2056130" y="63500"/>
                  </a:moveTo>
                  <a:lnTo>
                    <a:pt x="2119630" y="63500"/>
                  </a:lnTo>
                  <a:lnTo>
                    <a:pt x="2119630" y="0"/>
                  </a:lnTo>
                  <a:lnTo>
                    <a:pt x="2056130" y="0"/>
                  </a:lnTo>
                  <a:lnTo>
                    <a:pt x="2056130" y="63500"/>
                  </a:lnTo>
                  <a:close/>
                  <a:moveTo>
                    <a:pt x="0" y="3431540"/>
                  </a:moveTo>
                  <a:lnTo>
                    <a:pt x="63500" y="3431540"/>
                  </a:lnTo>
                  <a:lnTo>
                    <a:pt x="63500" y="3368040"/>
                  </a:lnTo>
                  <a:lnTo>
                    <a:pt x="0" y="3368040"/>
                  </a:lnTo>
                  <a:lnTo>
                    <a:pt x="0" y="3431540"/>
                  </a:lnTo>
                  <a:close/>
                  <a:moveTo>
                    <a:pt x="4112260" y="3431540"/>
                  </a:moveTo>
                  <a:lnTo>
                    <a:pt x="4175760" y="3431540"/>
                  </a:lnTo>
                  <a:lnTo>
                    <a:pt x="4175760" y="3368040"/>
                  </a:lnTo>
                  <a:lnTo>
                    <a:pt x="4112260" y="3368040"/>
                  </a:lnTo>
                  <a:lnTo>
                    <a:pt x="4112260" y="3431540"/>
                  </a:lnTo>
                  <a:close/>
                  <a:moveTo>
                    <a:pt x="2056130" y="3431540"/>
                  </a:moveTo>
                  <a:lnTo>
                    <a:pt x="2119630" y="3431540"/>
                  </a:lnTo>
                  <a:lnTo>
                    <a:pt x="2119630" y="3368040"/>
                  </a:lnTo>
                  <a:lnTo>
                    <a:pt x="2056130" y="3368040"/>
                  </a:lnTo>
                  <a:lnTo>
                    <a:pt x="2056130" y="3431540"/>
                  </a:lnTo>
                  <a:close/>
                  <a:moveTo>
                    <a:pt x="4112260" y="1684020"/>
                  </a:moveTo>
                  <a:lnTo>
                    <a:pt x="4112260" y="1747520"/>
                  </a:lnTo>
                  <a:lnTo>
                    <a:pt x="4175760" y="1747520"/>
                  </a:lnTo>
                  <a:lnTo>
                    <a:pt x="4175760" y="1684020"/>
                  </a:lnTo>
                  <a:lnTo>
                    <a:pt x="4141470" y="1684020"/>
                  </a:lnTo>
                  <a:lnTo>
                    <a:pt x="4112260" y="1684020"/>
                  </a:lnTo>
                  <a:close/>
                  <a:moveTo>
                    <a:pt x="0" y="1747520"/>
                  </a:moveTo>
                  <a:lnTo>
                    <a:pt x="63500" y="1747520"/>
                  </a:lnTo>
                  <a:lnTo>
                    <a:pt x="63500" y="1684020"/>
                  </a:lnTo>
                  <a:lnTo>
                    <a:pt x="0" y="1684020"/>
                  </a:lnTo>
                  <a:lnTo>
                    <a:pt x="0" y="17475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88460" cy="3444240"/>
            </a:xfrm>
            <a:custGeom>
              <a:avLst/>
              <a:gdLst/>
              <a:ahLst/>
              <a:cxnLst/>
              <a:rect r="r" b="b" t="t" l="l"/>
              <a:pathLst>
                <a:path h="3444240" w="4188460">
                  <a:moveTo>
                    <a:pt x="4188460" y="76200"/>
                  </a:moveTo>
                  <a:lnTo>
                    <a:pt x="4188460" y="0"/>
                  </a:lnTo>
                  <a:lnTo>
                    <a:pt x="4112260" y="0"/>
                  </a:lnTo>
                  <a:lnTo>
                    <a:pt x="4112260" y="31750"/>
                  </a:lnTo>
                  <a:lnTo>
                    <a:pt x="2132330" y="31750"/>
                  </a:lnTo>
                  <a:lnTo>
                    <a:pt x="2132330" y="0"/>
                  </a:lnTo>
                  <a:lnTo>
                    <a:pt x="2056130" y="0"/>
                  </a:lnTo>
                  <a:lnTo>
                    <a:pt x="2056130" y="31750"/>
                  </a:lnTo>
                  <a:lnTo>
                    <a:pt x="76200" y="3175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684020"/>
                  </a:lnTo>
                  <a:lnTo>
                    <a:pt x="0" y="1684020"/>
                  </a:lnTo>
                  <a:lnTo>
                    <a:pt x="0" y="1760220"/>
                  </a:lnTo>
                  <a:lnTo>
                    <a:pt x="31750" y="1760220"/>
                  </a:lnTo>
                  <a:lnTo>
                    <a:pt x="31750" y="3368040"/>
                  </a:lnTo>
                  <a:lnTo>
                    <a:pt x="0" y="3368040"/>
                  </a:lnTo>
                  <a:lnTo>
                    <a:pt x="0" y="3444240"/>
                  </a:lnTo>
                  <a:lnTo>
                    <a:pt x="76200" y="3444240"/>
                  </a:lnTo>
                  <a:lnTo>
                    <a:pt x="76200" y="3412490"/>
                  </a:lnTo>
                  <a:lnTo>
                    <a:pt x="2056130" y="3412490"/>
                  </a:lnTo>
                  <a:lnTo>
                    <a:pt x="2056130" y="3444240"/>
                  </a:lnTo>
                  <a:lnTo>
                    <a:pt x="2132330" y="3444240"/>
                  </a:lnTo>
                  <a:lnTo>
                    <a:pt x="2132330" y="3412490"/>
                  </a:lnTo>
                  <a:lnTo>
                    <a:pt x="4112260" y="3412490"/>
                  </a:lnTo>
                  <a:lnTo>
                    <a:pt x="4112260" y="3444240"/>
                  </a:lnTo>
                  <a:lnTo>
                    <a:pt x="4188460" y="3444240"/>
                  </a:lnTo>
                  <a:lnTo>
                    <a:pt x="4188460" y="3368040"/>
                  </a:lnTo>
                  <a:lnTo>
                    <a:pt x="4156710" y="3368040"/>
                  </a:lnTo>
                  <a:lnTo>
                    <a:pt x="4156710" y="1760220"/>
                  </a:lnTo>
                  <a:lnTo>
                    <a:pt x="4188460" y="1760220"/>
                  </a:lnTo>
                  <a:lnTo>
                    <a:pt x="4188460" y="1684020"/>
                  </a:lnTo>
                  <a:lnTo>
                    <a:pt x="4156710" y="1684020"/>
                  </a:lnTo>
                  <a:lnTo>
                    <a:pt x="4156710" y="76200"/>
                  </a:lnTo>
                  <a:lnTo>
                    <a:pt x="4188460" y="76200"/>
                  </a:lnTo>
                  <a:close/>
                  <a:moveTo>
                    <a:pt x="4124960" y="12700"/>
                  </a:moveTo>
                  <a:lnTo>
                    <a:pt x="4175760" y="12700"/>
                  </a:lnTo>
                  <a:lnTo>
                    <a:pt x="4175760" y="63500"/>
                  </a:lnTo>
                  <a:lnTo>
                    <a:pt x="4124960" y="63500"/>
                  </a:lnTo>
                  <a:lnTo>
                    <a:pt x="4124960" y="12700"/>
                  </a:lnTo>
                  <a:close/>
                  <a:moveTo>
                    <a:pt x="2068830" y="12700"/>
                  </a:moveTo>
                  <a:lnTo>
                    <a:pt x="2119630" y="12700"/>
                  </a:lnTo>
                  <a:lnTo>
                    <a:pt x="2119630" y="63500"/>
                  </a:lnTo>
                  <a:lnTo>
                    <a:pt x="2068830" y="63500"/>
                  </a:lnTo>
                  <a:lnTo>
                    <a:pt x="2068830" y="12700"/>
                  </a:lnTo>
                  <a:close/>
                  <a:moveTo>
                    <a:pt x="12700" y="63500"/>
                  </a:moveTo>
                  <a:lnTo>
                    <a:pt x="12700" y="12700"/>
                  </a:lnTo>
                  <a:lnTo>
                    <a:pt x="63500" y="12700"/>
                  </a:lnTo>
                  <a:lnTo>
                    <a:pt x="63500" y="63500"/>
                  </a:lnTo>
                  <a:lnTo>
                    <a:pt x="12700" y="63500"/>
                  </a:lnTo>
                  <a:close/>
                  <a:moveTo>
                    <a:pt x="12700" y="1747520"/>
                  </a:moveTo>
                  <a:lnTo>
                    <a:pt x="12700" y="1696720"/>
                  </a:lnTo>
                  <a:lnTo>
                    <a:pt x="63500" y="1696720"/>
                  </a:lnTo>
                  <a:lnTo>
                    <a:pt x="63500" y="1747520"/>
                  </a:lnTo>
                  <a:lnTo>
                    <a:pt x="12700" y="1747520"/>
                  </a:lnTo>
                  <a:close/>
                  <a:moveTo>
                    <a:pt x="63500" y="3431540"/>
                  </a:moveTo>
                  <a:lnTo>
                    <a:pt x="12700" y="3431540"/>
                  </a:lnTo>
                  <a:lnTo>
                    <a:pt x="12700" y="3380740"/>
                  </a:lnTo>
                  <a:lnTo>
                    <a:pt x="63500" y="3380740"/>
                  </a:lnTo>
                  <a:lnTo>
                    <a:pt x="63500" y="3431540"/>
                  </a:lnTo>
                  <a:close/>
                  <a:moveTo>
                    <a:pt x="2119630" y="3431540"/>
                  </a:moveTo>
                  <a:lnTo>
                    <a:pt x="2068830" y="3431540"/>
                  </a:lnTo>
                  <a:lnTo>
                    <a:pt x="2068830" y="3380740"/>
                  </a:lnTo>
                  <a:lnTo>
                    <a:pt x="2119630" y="3380740"/>
                  </a:lnTo>
                  <a:lnTo>
                    <a:pt x="2119630" y="3431540"/>
                  </a:lnTo>
                  <a:close/>
                  <a:moveTo>
                    <a:pt x="4175760" y="3380740"/>
                  </a:moveTo>
                  <a:lnTo>
                    <a:pt x="4175760" y="3431540"/>
                  </a:lnTo>
                  <a:lnTo>
                    <a:pt x="4124960" y="3431540"/>
                  </a:lnTo>
                  <a:lnTo>
                    <a:pt x="4124960" y="3380740"/>
                  </a:lnTo>
                  <a:lnTo>
                    <a:pt x="4175760" y="3380740"/>
                  </a:lnTo>
                  <a:close/>
                  <a:moveTo>
                    <a:pt x="4175760" y="1747520"/>
                  </a:moveTo>
                  <a:lnTo>
                    <a:pt x="4124960" y="1747520"/>
                  </a:lnTo>
                  <a:lnTo>
                    <a:pt x="4124960" y="1696720"/>
                  </a:lnTo>
                  <a:lnTo>
                    <a:pt x="4175760" y="1696720"/>
                  </a:lnTo>
                  <a:lnTo>
                    <a:pt x="4175760" y="1747520"/>
                  </a:lnTo>
                  <a:close/>
                  <a:moveTo>
                    <a:pt x="4144010" y="1684020"/>
                  </a:moveTo>
                  <a:lnTo>
                    <a:pt x="4112260" y="1684020"/>
                  </a:lnTo>
                  <a:lnTo>
                    <a:pt x="4112260" y="1760220"/>
                  </a:lnTo>
                  <a:lnTo>
                    <a:pt x="4144010" y="1760220"/>
                  </a:lnTo>
                  <a:lnTo>
                    <a:pt x="4144010" y="3368040"/>
                  </a:lnTo>
                  <a:lnTo>
                    <a:pt x="4112260" y="3368040"/>
                  </a:lnTo>
                  <a:lnTo>
                    <a:pt x="4112260" y="3399790"/>
                  </a:lnTo>
                  <a:lnTo>
                    <a:pt x="2132330" y="3399790"/>
                  </a:lnTo>
                  <a:lnTo>
                    <a:pt x="2132330" y="3368040"/>
                  </a:lnTo>
                  <a:lnTo>
                    <a:pt x="2056130" y="3368040"/>
                  </a:lnTo>
                  <a:lnTo>
                    <a:pt x="2056130" y="3399790"/>
                  </a:lnTo>
                  <a:lnTo>
                    <a:pt x="76200" y="3399790"/>
                  </a:lnTo>
                  <a:lnTo>
                    <a:pt x="76200" y="3368040"/>
                  </a:lnTo>
                  <a:lnTo>
                    <a:pt x="44450" y="3368040"/>
                  </a:lnTo>
                  <a:lnTo>
                    <a:pt x="44450" y="1760220"/>
                  </a:lnTo>
                  <a:lnTo>
                    <a:pt x="76200" y="1760220"/>
                  </a:lnTo>
                  <a:lnTo>
                    <a:pt x="76200" y="1684020"/>
                  </a:lnTo>
                  <a:lnTo>
                    <a:pt x="44450" y="168402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2056130" y="44450"/>
                  </a:lnTo>
                  <a:lnTo>
                    <a:pt x="2056130" y="76200"/>
                  </a:lnTo>
                  <a:lnTo>
                    <a:pt x="2132330" y="76200"/>
                  </a:lnTo>
                  <a:lnTo>
                    <a:pt x="2132330" y="44450"/>
                  </a:lnTo>
                  <a:lnTo>
                    <a:pt x="4112260" y="44450"/>
                  </a:lnTo>
                  <a:lnTo>
                    <a:pt x="4112260" y="76200"/>
                  </a:lnTo>
                  <a:lnTo>
                    <a:pt x="4144010" y="76200"/>
                  </a:lnTo>
                  <a:lnTo>
                    <a:pt x="4144010" y="16840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095360" y="731004"/>
            <a:ext cx="6151219" cy="7654232"/>
          </a:xfrm>
          <a:custGeom>
            <a:avLst/>
            <a:gdLst/>
            <a:ahLst/>
            <a:cxnLst/>
            <a:rect r="r" b="b" t="t" l="l"/>
            <a:pathLst>
              <a:path h="7654232" w="6151219">
                <a:moveTo>
                  <a:pt x="0" y="0"/>
                </a:moveTo>
                <a:lnTo>
                  <a:pt x="6151219" y="0"/>
                </a:lnTo>
                <a:lnTo>
                  <a:pt x="6151219" y="7654231"/>
                </a:lnTo>
                <a:lnTo>
                  <a:pt x="0" y="76542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897916" y="7287741"/>
            <a:ext cx="2867563" cy="2194989"/>
          </a:xfrm>
          <a:custGeom>
            <a:avLst/>
            <a:gdLst/>
            <a:ahLst/>
            <a:cxnLst/>
            <a:rect r="r" b="b" t="t" l="l"/>
            <a:pathLst>
              <a:path h="2194989" w="2867563">
                <a:moveTo>
                  <a:pt x="0" y="0"/>
                </a:moveTo>
                <a:lnTo>
                  <a:pt x="2867563" y="0"/>
                </a:lnTo>
                <a:lnTo>
                  <a:pt x="2867563" y="2194989"/>
                </a:lnTo>
                <a:lnTo>
                  <a:pt x="0" y="21949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2656265" y="862303"/>
            <a:ext cx="2581754" cy="1872945"/>
          </a:xfrm>
          <a:custGeom>
            <a:avLst/>
            <a:gdLst/>
            <a:ahLst/>
            <a:cxnLst/>
            <a:rect r="r" b="b" t="t" l="l"/>
            <a:pathLst>
              <a:path h="1872945" w="2581754">
                <a:moveTo>
                  <a:pt x="2581754" y="0"/>
                </a:moveTo>
                <a:lnTo>
                  <a:pt x="0" y="0"/>
                </a:lnTo>
                <a:lnTo>
                  <a:pt x="0" y="1872945"/>
                </a:lnTo>
                <a:lnTo>
                  <a:pt x="2581754" y="1872945"/>
                </a:lnTo>
                <a:lnTo>
                  <a:pt x="2581754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11858" y="1887658"/>
            <a:ext cx="4599257" cy="225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1"/>
              </a:lnSpc>
            </a:pPr>
            <a:r>
              <a:rPr lang="en-US" sz="1063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QUÉ RESUELBE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36344" y="4292229"/>
            <a:ext cx="4350286" cy="3639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7859" indent="-243930" lvl="1">
              <a:lnSpc>
                <a:spcPts val="3615"/>
              </a:lnSpc>
              <a:buFont typeface="Arial"/>
              <a:buChar char="•"/>
            </a:pPr>
            <a:r>
              <a:rPr lang="en-US" sz="225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Atomatizar despliegues </a:t>
            </a:r>
          </a:p>
          <a:p>
            <a:pPr algn="just" marL="487859" indent="-243930" lvl="1">
              <a:lnSpc>
                <a:spcPts val="3615"/>
              </a:lnSpc>
              <a:buFont typeface="Arial"/>
              <a:buChar char="•"/>
            </a:pPr>
            <a:r>
              <a:rPr lang="en-US" sz="225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Ejecutar y ajustar la escala de uno o más contenedores </a:t>
            </a:r>
          </a:p>
          <a:p>
            <a:pPr algn="just" marL="487859" indent="-243930" lvl="1">
              <a:lnSpc>
                <a:spcPts val="3615"/>
              </a:lnSpc>
              <a:buFont typeface="Arial"/>
              <a:buChar char="•"/>
            </a:pPr>
            <a:r>
              <a:rPr lang="en-US" sz="225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Coordinar varios contenedores en varios servidores. </a:t>
            </a:r>
          </a:p>
          <a:p>
            <a:pPr algn="just">
              <a:lnSpc>
                <a:spcPts val="361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182631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3"/>
                </a:lnTo>
                <a:lnTo>
                  <a:pt x="0" y="78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99380" y="1523758"/>
            <a:ext cx="10489240" cy="6140973"/>
          </a:xfrm>
          <a:custGeom>
            <a:avLst/>
            <a:gdLst/>
            <a:ahLst/>
            <a:cxnLst/>
            <a:rect r="r" b="b" t="t" l="l"/>
            <a:pathLst>
              <a:path h="6140973" w="10489240">
                <a:moveTo>
                  <a:pt x="0" y="0"/>
                </a:moveTo>
                <a:lnTo>
                  <a:pt x="10489240" y="0"/>
                </a:lnTo>
                <a:lnTo>
                  <a:pt x="10489240" y="6140974"/>
                </a:lnTo>
                <a:lnTo>
                  <a:pt x="0" y="61409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28084" y="6127760"/>
            <a:ext cx="3193131" cy="2746093"/>
          </a:xfrm>
          <a:custGeom>
            <a:avLst/>
            <a:gdLst/>
            <a:ahLst/>
            <a:cxnLst/>
            <a:rect r="r" b="b" t="t" l="l"/>
            <a:pathLst>
              <a:path h="2746093" w="3193131">
                <a:moveTo>
                  <a:pt x="0" y="0"/>
                </a:moveTo>
                <a:lnTo>
                  <a:pt x="3193131" y="0"/>
                </a:lnTo>
                <a:lnTo>
                  <a:pt x="3193131" y="2746093"/>
                </a:lnTo>
                <a:lnTo>
                  <a:pt x="0" y="2746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48479" y="7063513"/>
            <a:ext cx="3680282" cy="2194787"/>
          </a:xfrm>
          <a:custGeom>
            <a:avLst/>
            <a:gdLst/>
            <a:ahLst/>
            <a:cxnLst/>
            <a:rect r="r" b="b" t="t" l="l"/>
            <a:pathLst>
              <a:path h="2194787" w="3680282">
                <a:moveTo>
                  <a:pt x="0" y="0"/>
                </a:moveTo>
                <a:lnTo>
                  <a:pt x="3680282" y="0"/>
                </a:lnTo>
                <a:lnTo>
                  <a:pt x="3680282" y="2194787"/>
                </a:lnTo>
                <a:lnTo>
                  <a:pt x="0" y="219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54669" y="3067740"/>
            <a:ext cx="2205006" cy="1876260"/>
          </a:xfrm>
          <a:custGeom>
            <a:avLst/>
            <a:gdLst/>
            <a:ahLst/>
            <a:cxnLst/>
            <a:rect r="r" b="b" t="t" l="l"/>
            <a:pathLst>
              <a:path h="1876260" w="2205006">
                <a:moveTo>
                  <a:pt x="0" y="0"/>
                </a:moveTo>
                <a:lnTo>
                  <a:pt x="2205007" y="0"/>
                </a:lnTo>
                <a:lnTo>
                  <a:pt x="2205007" y="1876260"/>
                </a:lnTo>
                <a:lnTo>
                  <a:pt x="0" y="18762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14121" y="6151118"/>
            <a:ext cx="905975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@SITIOINCREIBLE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14121" y="4239270"/>
            <a:ext cx="9059758" cy="93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9"/>
              </a:lnSpc>
            </a:pPr>
            <a:r>
              <a:rPr lang="en-US" sz="5799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Diferencia con docker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202029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2"/>
                </a:lnTo>
                <a:lnTo>
                  <a:pt x="0" y="7882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74226" y="1417859"/>
            <a:ext cx="13539548" cy="1816964"/>
            <a:chOff x="0" y="0"/>
            <a:chExt cx="3565972" cy="4785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65971" cy="478542"/>
            </a:xfrm>
            <a:custGeom>
              <a:avLst/>
              <a:gdLst/>
              <a:ahLst/>
              <a:cxnLst/>
              <a:rect r="r" b="b" t="t" l="l"/>
              <a:pathLst>
                <a:path h="478542" w="3565971">
                  <a:moveTo>
                    <a:pt x="0" y="0"/>
                  </a:moveTo>
                  <a:lnTo>
                    <a:pt x="3565971" y="0"/>
                  </a:lnTo>
                  <a:lnTo>
                    <a:pt x="3565971" y="478542"/>
                  </a:lnTo>
                  <a:lnTo>
                    <a:pt x="0" y="478542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565972" cy="526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07512" y="3540321"/>
            <a:ext cx="4700331" cy="3865160"/>
            <a:chOff x="0" y="0"/>
            <a:chExt cx="4188460" cy="34442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8100" y="38100"/>
              <a:ext cx="4105910" cy="3368040"/>
            </a:xfrm>
            <a:custGeom>
              <a:avLst/>
              <a:gdLst/>
              <a:ahLst/>
              <a:cxnLst/>
              <a:rect r="r" b="b" t="t" l="l"/>
              <a:pathLst>
                <a:path h="3368040" w="4105910">
                  <a:moveTo>
                    <a:pt x="0" y="0"/>
                  </a:moveTo>
                  <a:lnTo>
                    <a:pt x="4105910" y="0"/>
                  </a:lnTo>
                  <a:lnTo>
                    <a:pt x="4105910" y="3368040"/>
                  </a:lnTo>
                  <a:lnTo>
                    <a:pt x="0" y="3368040"/>
                  </a:lnTo>
                  <a:close/>
                </a:path>
              </a:pathLst>
            </a:custGeom>
            <a:blipFill>
              <a:blip r:embed="rId4"/>
              <a:stretch>
                <a:fillRect l="-11445" t="0" r="-11445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4175760" cy="3431540"/>
            </a:xfrm>
            <a:custGeom>
              <a:avLst/>
              <a:gdLst/>
              <a:ahLst/>
              <a:cxnLst/>
              <a:rect r="r" b="b" t="t" l="l"/>
              <a:pathLst>
                <a:path h="3431540" w="4175760">
                  <a:moveTo>
                    <a:pt x="0" y="0"/>
                  </a:moveTo>
                  <a:lnTo>
                    <a:pt x="63500" y="0"/>
                  </a:lnTo>
                  <a:lnTo>
                    <a:pt x="63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  <a:moveTo>
                    <a:pt x="4112260" y="0"/>
                  </a:moveTo>
                  <a:lnTo>
                    <a:pt x="4112260" y="63500"/>
                  </a:lnTo>
                  <a:lnTo>
                    <a:pt x="4175760" y="63500"/>
                  </a:lnTo>
                  <a:lnTo>
                    <a:pt x="4175760" y="0"/>
                  </a:lnTo>
                  <a:lnTo>
                    <a:pt x="4112260" y="0"/>
                  </a:lnTo>
                  <a:close/>
                  <a:moveTo>
                    <a:pt x="2056130" y="63500"/>
                  </a:moveTo>
                  <a:lnTo>
                    <a:pt x="2119630" y="63500"/>
                  </a:lnTo>
                  <a:lnTo>
                    <a:pt x="2119630" y="0"/>
                  </a:lnTo>
                  <a:lnTo>
                    <a:pt x="2056130" y="0"/>
                  </a:lnTo>
                  <a:lnTo>
                    <a:pt x="2056130" y="63500"/>
                  </a:lnTo>
                  <a:close/>
                  <a:moveTo>
                    <a:pt x="0" y="3431540"/>
                  </a:moveTo>
                  <a:lnTo>
                    <a:pt x="63500" y="3431540"/>
                  </a:lnTo>
                  <a:lnTo>
                    <a:pt x="63500" y="3368040"/>
                  </a:lnTo>
                  <a:lnTo>
                    <a:pt x="0" y="3368040"/>
                  </a:lnTo>
                  <a:lnTo>
                    <a:pt x="0" y="3431540"/>
                  </a:lnTo>
                  <a:close/>
                  <a:moveTo>
                    <a:pt x="4112260" y="3431540"/>
                  </a:moveTo>
                  <a:lnTo>
                    <a:pt x="4175760" y="3431540"/>
                  </a:lnTo>
                  <a:lnTo>
                    <a:pt x="4175760" y="3368040"/>
                  </a:lnTo>
                  <a:lnTo>
                    <a:pt x="4112260" y="3368040"/>
                  </a:lnTo>
                  <a:lnTo>
                    <a:pt x="4112260" y="3431540"/>
                  </a:lnTo>
                  <a:close/>
                  <a:moveTo>
                    <a:pt x="2056130" y="3431540"/>
                  </a:moveTo>
                  <a:lnTo>
                    <a:pt x="2119630" y="3431540"/>
                  </a:lnTo>
                  <a:lnTo>
                    <a:pt x="2119630" y="3368040"/>
                  </a:lnTo>
                  <a:lnTo>
                    <a:pt x="2056130" y="3368040"/>
                  </a:lnTo>
                  <a:lnTo>
                    <a:pt x="2056130" y="3431540"/>
                  </a:lnTo>
                  <a:close/>
                  <a:moveTo>
                    <a:pt x="4112260" y="1684020"/>
                  </a:moveTo>
                  <a:lnTo>
                    <a:pt x="4112260" y="1747520"/>
                  </a:lnTo>
                  <a:lnTo>
                    <a:pt x="4175760" y="1747520"/>
                  </a:lnTo>
                  <a:lnTo>
                    <a:pt x="4175760" y="1684020"/>
                  </a:lnTo>
                  <a:lnTo>
                    <a:pt x="4141470" y="1684020"/>
                  </a:lnTo>
                  <a:lnTo>
                    <a:pt x="4112260" y="1684020"/>
                  </a:lnTo>
                  <a:close/>
                  <a:moveTo>
                    <a:pt x="0" y="1747520"/>
                  </a:moveTo>
                  <a:lnTo>
                    <a:pt x="63500" y="1747520"/>
                  </a:lnTo>
                  <a:lnTo>
                    <a:pt x="63500" y="1684020"/>
                  </a:lnTo>
                  <a:lnTo>
                    <a:pt x="0" y="1684020"/>
                  </a:lnTo>
                  <a:lnTo>
                    <a:pt x="0" y="17475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88460" cy="3444240"/>
            </a:xfrm>
            <a:custGeom>
              <a:avLst/>
              <a:gdLst/>
              <a:ahLst/>
              <a:cxnLst/>
              <a:rect r="r" b="b" t="t" l="l"/>
              <a:pathLst>
                <a:path h="3444240" w="4188460">
                  <a:moveTo>
                    <a:pt x="4188460" y="76200"/>
                  </a:moveTo>
                  <a:lnTo>
                    <a:pt x="4188460" y="0"/>
                  </a:lnTo>
                  <a:lnTo>
                    <a:pt x="4112260" y="0"/>
                  </a:lnTo>
                  <a:lnTo>
                    <a:pt x="4112260" y="31750"/>
                  </a:lnTo>
                  <a:lnTo>
                    <a:pt x="2132330" y="31750"/>
                  </a:lnTo>
                  <a:lnTo>
                    <a:pt x="2132330" y="0"/>
                  </a:lnTo>
                  <a:lnTo>
                    <a:pt x="2056130" y="0"/>
                  </a:lnTo>
                  <a:lnTo>
                    <a:pt x="2056130" y="31750"/>
                  </a:lnTo>
                  <a:lnTo>
                    <a:pt x="76200" y="3175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684020"/>
                  </a:lnTo>
                  <a:lnTo>
                    <a:pt x="0" y="1684020"/>
                  </a:lnTo>
                  <a:lnTo>
                    <a:pt x="0" y="1760220"/>
                  </a:lnTo>
                  <a:lnTo>
                    <a:pt x="31750" y="1760220"/>
                  </a:lnTo>
                  <a:lnTo>
                    <a:pt x="31750" y="3368040"/>
                  </a:lnTo>
                  <a:lnTo>
                    <a:pt x="0" y="3368040"/>
                  </a:lnTo>
                  <a:lnTo>
                    <a:pt x="0" y="3444240"/>
                  </a:lnTo>
                  <a:lnTo>
                    <a:pt x="76200" y="3444240"/>
                  </a:lnTo>
                  <a:lnTo>
                    <a:pt x="76200" y="3412490"/>
                  </a:lnTo>
                  <a:lnTo>
                    <a:pt x="2056130" y="3412490"/>
                  </a:lnTo>
                  <a:lnTo>
                    <a:pt x="2056130" y="3444240"/>
                  </a:lnTo>
                  <a:lnTo>
                    <a:pt x="2132330" y="3444240"/>
                  </a:lnTo>
                  <a:lnTo>
                    <a:pt x="2132330" y="3412490"/>
                  </a:lnTo>
                  <a:lnTo>
                    <a:pt x="4112260" y="3412490"/>
                  </a:lnTo>
                  <a:lnTo>
                    <a:pt x="4112260" y="3444240"/>
                  </a:lnTo>
                  <a:lnTo>
                    <a:pt x="4188460" y="3444240"/>
                  </a:lnTo>
                  <a:lnTo>
                    <a:pt x="4188460" y="3368040"/>
                  </a:lnTo>
                  <a:lnTo>
                    <a:pt x="4156710" y="3368040"/>
                  </a:lnTo>
                  <a:lnTo>
                    <a:pt x="4156710" y="1760220"/>
                  </a:lnTo>
                  <a:lnTo>
                    <a:pt x="4188460" y="1760220"/>
                  </a:lnTo>
                  <a:lnTo>
                    <a:pt x="4188460" y="1684020"/>
                  </a:lnTo>
                  <a:lnTo>
                    <a:pt x="4156710" y="1684020"/>
                  </a:lnTo>
                  <a:lnTo>
                    <a:pt x="4156710" y="76200"/>
                  </a:lnTo>
                  <a:lnTo>
                    <a:pt x="4188460" y="76200"/>
                  </a:lnTo>
                  <a:close/>
                  <a:moveTo>
                    <a:pt x="4124960" y="12700"/>
                  </a:moveTo>
                  <a:lnTo>
                    <a:pt x="4175760" y="12700"/>
                  </a:lnTo>
                  <a:lnTo>
                    <a:pt x="4175760" y="63500"/>
                  </a:lnTo>
                  <a:lnTo>
                    <a:pt x="4124960" y="63500"/>
                  </a:lnTo>
                  <a:lnTo>
                    <a:pt x="4124960" y="12700"/>
                  </a:lnTo>
                  <a:close/>
                  <a:moveTo>
                    <a:pt x="2068830" y="12700"/>
                  </a:moveTo>
                  <a:lnTo>
                    <a:pt x="2119630" y="12700"/>
                  </a:lnTo>
                  <a:lnTo>
                    <a:pt x="2119630" y="63500"/>
                  </a:lnTo>
                  <a:lnTo>
                    <a:pt x="2068830" y="63500"/>
                  </a:lnTo>
                  <a:lnTo>
                    <a:pt x="2068830" y="12700"/>
                  </a:lnTo>
                  <a:close/>
                  <a:moveTo>
                    <a:pt x="12700" y="63500"/>
                  </a:moveTo>
                  <a:lnTo>
                    <a:pt x="12700" y="12700"/>
                  </a:lnTo>
                  <a:lnTo>
                    <a:pt x="63500" y="12700"/>
                  </a:lnTo>
                  <a:lnTo>
                    <a:pt x="63500" y="63500"/>
                  </a:lnTo>
                  <a:lnTo>
                    <a:pt x="12700" y="63500"/>
                  </a:lnTo>
                  <a:close/>
                  <a:moveTo>
                    <a:pt x="12700" y="1747520"/>
                  </a:moveTo>
                  <a:lnTo>
                    <a:pt x="12700" y="1696720"/>
                  </a:lnTo>
                  <a:lnTo>
                    <a:pt x="63500" y="1696720"/>
                  </a:lnTo>
                  <a:lnTo>
                    <a:pt x="63500" y="1747520"/>
                  </a:lnTo>
                  <a:lnTo>
                    <a:pt x="12700" y="1747520"/>
                  </a:lnTo>
                  <a:close/>
                  <a:moveTo>
                    <a:pt x="63500" y="3431540"/>
                  </a:moveTo>
                  <a:lnTo>
                    <a:pt x="12700" y="3431540"/>
                  </a:lnTo>
                  <a:lnTo>
                    <a:pt x="12700" y="3380740"/>
                  </a:lnTo>
                  <a:lnTo>
                    <a:pt x="63500" y="3380740"/>
                  </a:lnTo>
                  <a:lnTo>
                    <a:pt x="63500" y="3431540"/>
                  </a:lnTo>
                  <a:close/>
                  <a:moveTo>
                    <a:pt x="2119630" y="3431540"/>
                  </a:moveTo>
                  <a:lnTo>
                    <a:pt x="2068830" y="3431540"/>
                  </a:lnTo>
                  <a:lnTo>
                    <a:pt x="2068830" y="3380740"/>
                  </a:lnTo>
                  <a:lnTo>
                    <a:pt x="2119630" y="3380740"/>
                  </a:lnTo>
                  <a:lnTo>
                    <a:pt x="2119630" y="3431540"/>
                  </a:lnTo>
                  <a:close/>
                  <a:moveTo>
                    <a:pt x="4175760" y="3380740"/>
                  </a:moveTo>
                  <a:lnTo>
                    <a:pt x="4175760" y="3431540"/>
                  </a:lnTo>
                  <a:lnTo>
                    <a:pt x="4124960" y="3431540"/>
                  </a:lnTo>
                  <a:lnTo>
                    <a:pt x="4124960" y="3380740"/>
                  </a:lnTo>
                  <a:lnTo>
                    <a:pt x="4175760" y="3380740"/>
                  </a:lnTo>
                  <a:close/>
                  <a:moveTo>
                    <a:pt x="4175760" y="1747520"/>
                  </a:moveTo>
                  <a:lnTo>
                    <a:pt x="4124960" y="1747520"/>
                  </a:lnTo>
                  <a:lnTo>
                    <a:pt x="4124960" y="1696720"/>
                  </a:lnTo>
                  <a:lnTo>
                    <a:pt x="4175760" y="1696720"/>
                  </a:lnTo>
                  <a:lnTo>
                    <a:pt x="4175760" y="1747520"/>
                  </a:lnTo>
                  <a:close/>
                  <a:moveTo>
                    <a:pt x="4144010" y="1684020"/>
                  </a:moveTo>
                  <a:lnTo>
                    <a:pt x="4112260" y="1684020"/>
                  </a:lnTo>
                  <a:lnTo>
                    <a:pt x="4112260" y="1760220"/>
                  </a:lnTo>
                  <a:lnTo>
                    <a:pt x="4144010" y="1760220"/>
                  </a:lnTo>
                  <a:lnTo>
                    <a:pt x="4144010" y="3368040"/>
                  </a:lnTo>
                  <a:lnTo>
                    <a:pt x="4112260" y="3368040"/>
                  </a:lnTo>
                  <a:lnTo>
                    <a:pt x="4112260" y="3399790"/>
                  </a:lnTo>
                  <a:lnTo>
                    <a:pt x="2132330" y="3399790"/>
                  </a:lnTo>
                  <a:lnTo>
                    <a:pt x="2132330" y="3368040"/>
                  </a:lnTo>
                  <a:lnTo>
                    <a:pt x="2056130" y="3368040"/>
                  </a:lnTo>
                  <a:lnTo>
                    <a:pt x="2056130" y="3399790"/>
                  </a:lnTo>
                  <a:lnTo>
                    <a:pt x="76200" y="3399790"/>
                  </a:lnTo>
                  <a:lnTo>
                    <a:pt x="76200" y="3368040"/>
                  </a:lnTo>
                  <a:lnTo>
                    <a:pt x="44450" y="3368040"/>
                  </a:lnTo>
                  <a:lnTo>
                    <a:pt x="44450" y="1760220"/>
                  </a:lnTo>
                  <a:lnTo>
                    <a:pt x="76200" y="1760220"/>
                  </a:lnTo>
                  <a:lnTo>
                    <a:pt x="76200" y="1684020"/>
                  </a:lnTo>
                  <a:lnTo>
                    <a:pt x="44450" y="168402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2056130" y="44450"/>
                  </a:lnTo>
                  <a:lnTo>
                    <a:pt x="2056130" y="76200"/>
                  </a:lnTo>
                  <a:lnTo>
                    <a:pt x="2132330" y="76200"/>
                  </a:lnTo>
                  <a:lnTo>
                    <a:pt x="2132330" y="44450"/>
                  </a:lnTo>
                  <a:lnTo>
                    <a:pt x="4112260" y="44450"/>
                  </a:lnTo>
                  <a:lnTo>
                    <a:pt x="4112260" y="76200"/>
                  </a:lnTo>
                  <a:lnTo>
                    <a:pt x="4144010" y="76200"/>
                  </a:lnTo>
                  <a:lnTo>
                    <a:pt x="4144010" y="16840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480157" y="5669138"/>
            <a:ext cx="4700331" cy="3865160"/>
            <a:chOff x="0" y="0"/>
            <a:chExt cx="4188460" cy="3444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8100" y="38100"/>
              <a:ext cx="4105910" cy="3368040"/>
            </a:xfrm>
            <a:custGeom>
              <a:avLst/>
              <a:gdLst/>
              <a:ahLst/>
              <a:cxnLst/>
              <a:rect r="r" b="b" t="t" l="l"/>
              <a:pathLst>
                <a:path h="3368040" w="4105910">
                  <a:moveTo>
                    <a:pt x="0" y="0"/>
                  </a:moveTo>
                  <a:lnTo>
                    <a:pt x="4105910" y="0"/>
                  </a:lnTo>
                  <a:lnTo>
                    <a:pt x="4105910" y="3368040"/>
                  </a:lnTo>
                  <a:lnTo>
                    <a:pt x="0" y="3368040"/>
                  </a:lnTo>
                  <a:close/>
                </a:path>
              </a:pathLst>
            </a:custGeom>
            <a:blipFill>
              <a:blip r:embed="rId5"/>
              <a:stretch>
                <a:fillRect l="-11560" t="0" r="-1156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4175760" cy="3431540"/>
            </a:xfrm>
            <a:custGeom>
              <a:avLst/>
              <a:gdLst/>
              <a:ahLst/>
              <a:cxnLst/>
              <a:rect r="r" b="b" t="t" l="l"/>
              <a:pathLst>
                <a:path h="3431540" w="4175760">
                  <a:moveTo>
                    <a:pt x="0" y="0"/>
                  </a:moveTo>
                  <a:lnTo>
                    <a:pt x="63500" y="0"/>
                  </a:lnTo>
                  <a:lnTo>
                    <a:pt x="63500" y="63500"/>
                  </a:lnTo>
                  <a:lnTo>
                    <a:pt x="0" y="63500"/>
                  </a:lnTo>
                  <a:lnTo>
                    <a:pt x="0" y="0"/>
                  </a:lnTo>
                  <a:close/>
                  <a:moveTo>
                    <a:pt x="4112260" y="0"/>
                  </a:moveTo>
                  <a:lnTo>
                    <a:pt x="4112260" y="63500"/>
                  </a:lnTo>
                  <a:lnTo>
                    <a:pt x="4175760" y="63500"/>
                  </a:lnTo>
                  <a:lnTo>
                    <a:pt x="4175760" y="0"/>
                  </a:lnTo>
                  <a:lnTo>
                    <a:pt x="4112260" y="0"/>
                  </a:lnTo>
                  <a:close/>
                  <a:moveTo>
                    <a:pt x="2056130" y="63500"/>
                  </a:moveTo>
                  <a:lnTo>
                    <a:pt x="2119630" y="63500"/>
                  </a:lnTo>
                  <a:lnTo>
                    <a:pt x="2119630" y="0"/>
                  </a:lnTo>
                  <a:lnTo>
                    <a:pt x="2056130" y="0"/>
                  </a:lnTo>
                  <a:lnTo>
                    <a:pt x="2056130" y="63500"/>
                  </a:lnTo>
                  <a:close/>
                  <a:moveTo>
                    <a:pt x="0" y="3431540"/>
                  </a:moveTo>
                  <a:lnTo>
                    <a:pt x="63500" y="3431540"/>
                  </a:lnTo>
                  <a:lnTo>
                    <a:pt x="63500" y="3368040"/>
                  </a:lnTo>
                  <a:lnTo>
                    <a:pt x="0" y="3368040"/>
                  </a:lnTo>
                  <a:lnTo>
                    <a:pt x="0" y="3431540"/>
                  </a:lnTo>
                  <a:close/>
                  <a:moveTo>
                    <a:pt x="4112260" y="3431540"/>
                  </a:moveTo>
                  <a:lnTo>
                    <a:pt x="4175760" y="3431540"/>
                  </a:lnTo>
                  <a:lnTo>
                    <a:pt x="4175760" y="3368040"/>
                  </a:lnTo>
                  <a:lnTo>
                    <a:pt x="4112260" y="3368040"/>
                  </a:lnTo>
                  <a:lnTo>
                    <a:pt x="4112260" y="3431540"/>
                  </a:lnTo>
                  <a:close/>
                  <a:moveTo>
                    <a:pt x="2056130" y="3431540"/>
                  </a:moveTo>
                  <a:lnTo>
                    <a:pt x="2119630" y="3431540"/>
                  </a:lnTo>
                  <a:lnTo>
                    <a:pt x="2119630" y="3368040"/>
                  </a:lnTo>
                  <a:lnTo>
                    <a:pt x="2056130" y="3368040"/>
                  </a:lnTo>
                  <a:lnTo>
                    <a:pt x="2056130" y="3431540"/>
                  </a:lnTo>
                  <a:close/>
                  <a:moveTo>
                    <a:pt x="4112260" y="1684020"/>
                  </a:moveTo>
                  <a:lnTo>
                    <a:pt x="4112260" y="1747520"/>
                  </a:lnTo>
                  <a:lnTo>
                    <a:pt x="4175760" y="1747520"/>
                  </a:lnTo>
                  <a:lnTo>
                    <a:pt x="4175760" y="1684020"/>
                  </a:lnTo>
                  <a:lnTo>
                    <a:pt x="4141470" y="1684020"/>
                  </a:lnTo>
                  <a:lnTo>
                    <a:pt x="4112260" y="1684020"/>
                  </a:lnTo>
                  <a:close/>
                  <a:moveTo>
                    <a:pt x="0" y="1747520"/>
                  </a:moveTo>
                  <a:lnTo>
                    <a:pt x="63500" y="1747520"/>
                  </a:lnTo>
                  <a:lnTo>
                    <a:pt x="63500" y="1684020"/>
                  </a:lnTo>
                  <a:lnTo>
                    <a:pt x="0" y="1684020"/>
                  </a:lnTo>
                  <a:lnTo>
                    <a:pt x="0" y="174752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88460" cy="3444240"/>
            </a:xfrm>
            <a:custGeom>
              <a:avLst/>
              <a:gdLst/>
              <a:ahLst/>
              <a:cxnLst/>
              <a:rect r="r" b="b" t="t" l="l"/>
              <a:pathLst>
                <a:path h="3444240" w="4188460">
                  <a:moveTo>
                    <a:pt x="4188460" y="76200"/>
                  </a:moveTo>
                  <a:lnTo>
                    <a:pt x="4188460" y="0"/>
                  </a:lnTo>
                  <a:lnTo>
                    <a:pt x="4112260" y="0"/>
                  </a:lnTo>
                  <a:lnTo>
                    <a:pt x="4112260" y="31750"/>
                  </a:lnTo>
                  <a:lnTo>
                    <a:pt x="2132330" y="31750"/>
                  </a:lnTo>
                  <a:lnTo>
                    <a:pt x="2132330" y="0"/>
                  </a:lnTo>
                  <a:lnTo>
                    <a:pt x="2056130" y="0"/>
                  </a:lnTo>
                  <a:lnTo>
                    <a:pt x="2056130" y="31750"/>
                  </a:lnTo>
                  <a:lnTo>
                    <a:pt x="76200" y="31750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1684020"/>
                  </a:lnTo>
                  <a:lnTo>
                    <a:pt x="0" y="1684020"/>
                  </a:lnTo>
                  <a:lnTo>
                    <a:pt x="0" y="1760220"/>
                  </a:lnTo>
                  <a:lnTo>
                    <a:pt x="31750" y="1760220"/>
                  </a:lnTo>
                  <a:lnTo>
                    <a:pt x="31750" y="3368040"/>
                  </a:lnTo>
                  <a:lnTo>
                    <a:pt x="0" y="3368040"/>
                  </a:lnTo>
                  <a:lnTo>
                    <a:pt x="0" y="3444240"/>
                  </a:lnTo>
                  <a:lnTo>
                    <a:pt x="76200" y="3444240"/>
                  </a:lnTo>
                  <a:lnTo>
                    <a:pt x="76200" y="3412490"/>
                  </a:lnTo>
                  <a:lnTo>
                    <a:pt x="2056130" y="3412490"/>
                  </a:lnTo>
                  <a:lnTo>
                    <a:pt x="2056130" y="3444240"/>
                  </a:lnTo>
                  <a:lnTo>
                    <a:pt x="2132330" y="3444240"/>
                  </a:lnTo>
                  <a:lnTo>
                    <a:pt x="2132330" y="3412490"/>
                  </a:lnTo>
                  <a:lnTo>
                    <a:pt x="4112260" y="3412490"/>
                  </a:lnTo>
                  <a:lnTo>
                    <a:pt x="4112260" y="3444240"/>
                  </a:lnTo>
                  <a:lnTo>
                    <a:pt x="4188460" y="3444240"/>
                  </a:lnTo>
                  <a:lnTo>
                    <a:pt x="4188460" y="3368040"/>
                  </a:lnTo>
                  <a:lnTo>
                    <a:pt x="4156710" y="3368040"/>
                  </a:lnTo>
                  <a:lnTo>
                    <a:pt x="4156710" y="1760220"/>
                  </a:lnTo>
                  <a:lnTo>
                    <a:pt x="4188460" y="1760220"/>
                  </a:lnTo>
                  <a:lnTo>
                    <a:pt x="4188460" y="1684020"/>
                  </a:lnTo>
                  <a:lnTo>
                    <a:pt x="4156710" y="1684020"/>
                  </a:lnTo>
                  <a:lnTo>
                    <a:pt x="4156710" y="76200"/>
                  </a:lnTo>
                  <a:lnTo>
                    <a:pt x="4188460" y="76200"/>
                  </a:lnTo>
                  <a:close/>
                  <a:moveTo>
                    <a:pt x="4124960" y="12700"/>
                  </a:moveTo>
                  <a:lnTo>
                    <a:pt x="4175760" y="12700"/>
                  </a:lnTo>
                  <a:lnTo>
                    <a:pt x="4175760" y="63500"/>
                  </a:lnTo>
                  <a:lnTo>
                    <a:pt x="4124960" y="63500"/>
                  </a:lnTo>
                  <a:lnTo>
                    <a:pt x="4124960" y="12700"/>
                  </a:lnTo>
                  <a:close/>
                  <a:moveTo>
                    <a:pt x="2068830" y="12700"/>
                  </a:moveTo>
                  <a:lnTo>
                    <a:pt x="2119630" y="12700"/>
                  </a:lnTo>
                  <a:lnTo>
                    <a:pt x="2119630" y="63500"/>
                  </a:lnTo>
                  <a:lnTo>
                    <a:pt x="2068830" y="63500"/>
                  </a:lnTo>
                  <a:lnTo>
                    <a:pt x="2068830" y="12700"/>
                  </a:lnTo>
                  <a:close/>
                  <a:moveTo>
                    <a:pt x="12700" y="63500"/>
                  </a:moveTo>
                  <a:lnTo>
                    <a:pt x="12700" y="12700"/>
                  </a:lnTo>
                  <a:lnTo>
                    <a:pt x="63500" y="12700"/>
                  </a:lnTo>
                  <a:lnTo>
                    <a:pt x="63500" y="63500"/>
                  </a:lnTo>
                  <a:lnTo>
                    <a:pt x="12700" y="63500"/>
                  </a:lnTo>
                  <a:close/>
                  <a:moveTo>
                    <a:pt x="12700" y="1747520"/>
                  </a:moveTo>
                  <a:lnTo>
                    <a:pt x="12700" y="1696720"/>
                  </a:lnTo>
                  <a:lnTo>
                    <a:pt x="63500" y="1696720"/>
                  </a:lnTo>
                  <a:lnTo>
                    <a:pt x="63500" y="1747520"/>
                  </a:lnTo>
                  <a:lnTo>
                    <a:pt x="12700" y="1747520"/>
                  </a:lnTo>
                  <a:close/>
                  <a:moveTo>
                    <a:pt x="63500" y="3431540"/>
                  </a:moveTo>
                  <a:lnTo>
                    <a:pt x="12700" y="3431540"/>
                  </a:lnTo>
                  <a:lnTo>
                    <a:pt x="12700" y="3380740"/>
                  </a:lnTo>
                  <a:lnTo>
                    <a:pt x="63500" y="3380740"/>
                  </a:lnTo>
                  <a:lnTo>
                    <a:pt x="63500" y="3431540"/>
                  </a:lnTo>
                  <a:close/>
                  <a:moveTo>
                    <a:pt x="2119630" y="3431540"/>
                  </a:moveTo>
                  <a:lnTo>
                    <a:pt x="2068830" y="3431540"/>
                  </a:lnTo>
                  <a:lnTo>
                    <a:pt x="2068830" y="3380740"/>
                  </a:lnTo>
                  <a:lnTo>
                    <a:pt x="2119630" y="3380740"/>
                  </a:lnTo>
                  <a:lnTo>
                    <a:pt x="2119630" y="3431540"/>
                  </a:lnTo>
                  <a:close/>
                  <a:moveTo>
                    <a:pt x="4175760" y="3380740"/>
                  </a:moveTo>
                  <a:lnTo>
                    <a:pt x="4175760" y="3431540"/>
                  </a:lnTo>
                  <a:lnTo>
                    <a:pt x="4124960" y="3431540"/>
                  </a:lnTo>
                  <a:lnTo>
                    <a:pt x="4124960" y="3380740"/>
                  </a:lnTo>
                  <a:lnTo>
                    <a:pt x="4175760" y="3380740"/>
                  </a:lnTo>
                  <a:close/>
                  <a:moveTo>
                    <a:pt x="4175760" y="1747520"/>
                  </a:moveTo>
                  <a:lnTo>
                    <a:pt x="4124960" y="1747520"/>
                  </a:lnTo>
                  <a:lnTo>
                    <a:pt x="4124960" y="1696720"/>
                  </a:lnTo>
                  <a:lnTo>
                    <a:pt x="4175760" y="1696720"/>
                  </a:lnTo>
                  <a:lnTo>
                    <a:pt x="4175760" y="1747520"/>
                  </a:lnTo>
                  <a:close/>
                  <a:moveTo>
                    <a:pt x="4144010" y="1684020"/>
                  </a:moveTo>
                  <a:lnTo>
                    <a:pt x="4112260" y="1684020"/>
                  </a:lnTo>
                  <a:lnTo>
                    <a:pt x="4112260" y="1760220"/>
                  </a:lnTo>
                  <a:lnTo>
                    <a:pt x="4144010" y="1760220"/>
                  </a:lnTo>
                  <a:lnTo>
                    <a:pt x="4144010" y="3368040"/>
                  </a:lnTo>
                  <a:lnTo>
                    <a:pt x="4112260" y="3368040"/>
                  </a:lnTo>
                  <a:lnTo>
                    <a:pt x="4112260" y="3399790"/>
                  </a:lnTo>
                  <a:lnTo>
                    <a:pt x="2132330" y="3399790"/>
                  </a:lnTo>
                  <a:lnTo>
                    <a:pt x="2132330" y="3368040"/>
                  </a:lnTo>
                  <a:lnTo>
                    <a:pt x="2056130" y="3368040"/>
                  </a:lnTo>
                  <a:lnTo>
                    <a:pt x="2056130" y="3399790"/>
                  </a:lnTo>
                  <a:lnTo>
                    <a:pt x="76200" y="3399790"/>
                  </a:lnTo>
                  <a:lnTo>
                    <a:pt x="76200" y="3368040"/>
                  </a:lnTo>
                  <a:lnTo>
                    <a:pt x="44450" y="3368040"/>
                  </a:lnTo>
                  <a:lnTo>
                    <a:pt x="44450" y="1760220"/>
                  </a:lnTo>
                  <a:lnTo>
                    <a:pt x="76200" y="1760220"/>
                  </a:lnTo>
                  <a:lnTo>
                    <a:pt x="76200" y="1684020"/>
                  </a:lnTo>
                  <a:lnTo>
                    <a:pt x="44450" y="168402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2056130" y="44450"/>
                  </a:lnTo>
                  <a:lnTo>
                    <a:pt x="2056130" y="76200"/>
                  </a:lnTo>
                  <a:lnTo>
                    <a:pt x="2132330" y="76200"/>
                  </a:lnTo>
                  <a:lnTo>
                    <a:pt x="2132330" y="44450"/>
                  </a:lnTo>
                  <a:lnTo>
                    <a:pt x="4112260" y="44450"/>
                  </a:lnTo>
                  <a:lnTo>
                    <a:pt x="4112260" y="76200"/>
                  </a:lnTo>
                  <a:lnTo>
                    <a:pt x="4144010" y="76200"/>
                  </a:lnTo>
                  <a:lnTo>
                    <a:pt x="4144010" y="168402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3450434" y="7817628"/>
            <a:ext cx="3129368" cy="1519166"/>
          </a:xfrm>
          <a:custGeom>
            <a:avLst/>
            <a:gdLst/>
            <a:ahLst/>
            <a:cxnLst/>
            <a:rect r="r" b="b" t="t" l="l"/>
            <a:pathLst>
              <a:path h="1519166" w="3129368">
                <a:moveTo>
                  <a:pt x="0" y="0"/>
                </a:moveTo>
                <a:lnTo>
                  <a:pt x="3129369" y="0"/>
                </a:lnTo>
                <a:lnTo>
                  <a:pt x="3129369" y="1519167"/>
                </a:lnTo>
                <a:lnTo>
                  <a:pt x="0" y="151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085276" y="3753123"/>
            <a:ext cx="2681045" cy="2295950"/>
          </a:xfrm>
          <a:custGeom>
            <a:avLst/>
            <a:gdLst/>
            <a:ahLst/>
            <a:cxnLst/>
            <a:rect r="r" b="b" t="t" l="l"/>
            <a:pathLst>
              <a:path h="2295950" w="2681045">
                <a:moveTo>
                  <a:pt x="0" y="0"/>
                </a:moveTo>
                <a:lnTo>
                  <a:pt x="2681045" y="0"/>
                </a:lnTo>
                <a:lnTo>
                  <a:pt x="2681045" y="2295949"/>
                </a:lnTo>
                <a:lnTo>
                  <a:pt x="0" y="2295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64178" y="1164291"/>
            <a:ext cx="12559644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EJEMPLOS E INSPIRACIÓN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856319" y="3753123"/>
            <a:ext cx="5510827" cy="2715335"/>
          </a:xfrm>
          <a:custGeom>
            <a:avLst/>
            <a:gdLst/>
            <a:ahLst/>
            <a:cxnLst/>
            <a:rect r="r" b="b" t="t" l="l"/>
            <a:pathLst>
              <a:path h="2715335" w="5510827">
                <a:moveTo>
                  <a:pt x="0" y="0"/>
                </a:moveTo>
                <a:lnTo>
                  <a:pt x="5510826" y="0"/>
                </a:lnTo>
                <a:lnTo>
                  <a:pt x="5510826" y="2715334"/>
                </a:lnTo>
                <a:lnTo>
                  <a:pt x="0" y="27153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141818" y="5314377"/>
            <a:ext cx="4712062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Breve descripción o dato sobre el primer ejemplo para el proyecto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41818" y="4316135"/>
            <a:ext cx="4712062" cy="115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sz="57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PRIMER EJEMPLO</a:t>
            </a:r>
          </a:p>
        </p:txBody>
      </p:sp>
      <p:sp>
        <p:nvSpPr>
          <p:cNvPr name="Freeform 20" id="20"/>
          <p:cNvSpPr/>
          <p:nvPr/>
        </p:nvSpPr>
        <p:spPr>
          <a:xfrm flipH="true" flipV="false" rot="0">
            <a:off x="7914972" y="6602410"/>
            <a:ext cx="5510827" cy="2715335"/>
          </a:xfrm>
          <a:custGeom>
            <a:avLst/>
            <a:gdLst/>
            <a:ahLst/>
            <a:cxnLst/>
            <a:rect r="r" b="b" t="t" l="l"/>
            <a:pathLst>
              <a:path h="2715335" w="5510827">
                <a:moveTo>
                  <a:pt x="5510826" y="0"/>
                </a:moveTo>
                <a:lnTo>
                  <a:pt x="0" y="0"/>
                </a:lnTo>
                <a:lnTo>
                  <a:pt x="0" y="2715335"/>
                </a:lnTo>
                <a:lnTo>
                  <a:pt x="5510826" y="2715335"/>
                </a:lnTo>
                <a:lnTo>
                  <a:pt x="551082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410021" y="8163665"/>
            <a:ext cx="4712062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100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Breve descripción o dato sobre el segundo ejemplo para el proyecto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10021" y="7165422"/>
            <a:ext cx="4712062" cy="115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sz="5799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SEGUNDO EJEMPLO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182631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3"/>
                </a:lnTo>
                <a:lnTo>
                  <a:pt x="0" y="78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67957" y="7960648"/>
            <a:ext cx="11552087" cy="1550253"/>
            <a:chOff x="0" y="0"/>
            <a:chExt cx="3565972" cy="4785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65971" cy="478542"/>
            </a:xfrm>
            <a:custGeom>
              <a:avLst/>
              <a:gdLst/>
              <a:ahLst/>
              <a:cxnLst/>
              <a:rect r="r" b="b" t="t" l="l"/>
              <a:pathLst>
                <a:path h="478542" w="3565971">
                  <a:moveTo>
                    <a:pt x="0" y="0"/>
                  </a:moveTo>
                  <a:lnTo>
                    <a:pt x="3565971" y="0"/>
                  </a:lnTo>
                  <a:lnTo>
                    <a:pt x="3565971" y="478542"/>
                  </a:lnTo>
                  <a:lnTo>
                    <a:pt x="0" y="478542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565972" cy="526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85989" y="7480135"/>
            <a:ext cx="10716022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EJEMPLO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3272770" y="827151"/>
            <a:ext cx="3399770" cy="4201963"/>
          </a:xfrm>
          <a:custGeom>
            <a:avLst/>
            <a:gdLst/>
            <a:ahLst/>
            <a:cxnLst/>
            <a:rect r="r" b="b" t="t" l="l"/>
            <a:pathLst>
              <a:path h="4201963" w="3399770">
                <a:moveTo>
                  <a:pt x="3399770" y="0"/>
                </a:moveTo>
                <a:lnTo>
                  <a:pt x="0" y="0"/>
                </a:lnTo>
                <a:lnTo>
                  <a:pt x="0" y="4201962"/>
                </a:lnTo>
                <a:lnTo>
                  <a:pt x="3399770" y="4201962"/>
                </a:lnTo>
                <a:lnTo>
                  <a:pt x="33997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175069" y="5314686"/>
            <a:ext cx="3084231" cy="3778011"/>
          </a:xfrm>
          <a:custGeom>
            <a:avLst/>
            <a:gdLst/>
            <a:ahLst/>
            <a:cxnLst/>
            <a:rect r="r" b="b" t="t" l="l"/>
            <a:pathLst>
              <a:path h="3778011" w="3084231">
                <a:moveTo>
                  <a:pt x="0" y="0"/>
                </a:moveTo>
                <a:lnTo>
                  <a:pt x="3084231" y="0"/>
                </a:lnTo>
                <a:lnTo>
                  <a:pt x="3084231" y="3778011"/>
                </a:lnTo>
                <a:lnTo>
                  <a:pt x="0" y="3778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783181" y="928030"/>
            <a:ext cx="3347975" cy="4101083"/>
          </a:xfrm>
          <a:custGeom>
            <a:avLst/>
            <a:gdLst/>
            <a:ahLst/>
            <a:cxnLst/>
            <a:rect r="r" b="b" t="t" l="l"/>
            <a:pathLst>
              <a:path h="4101083" w="3347975">
                <a:moveTo>
                  <a:pt x="3347975" y="0"/>
                </a:moveTo>
                <a:lnTo>
                  <a:pt x="0" y="0"/>
                </a:lnTo>
                <a:lnTo>
                  <a:pt x="0" y="4101083"/>
                </a:lnTo>
                <a:lnTo>
                  <a:pt x="3347975" y="4101083"/>
                </a:lnTo>
                <a:lnTo>
                  <a:pt x="334797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27155" y="5029113"/>
            <a:ext cx="4318244" cy="3171947"/>
          </a:xfrm>
          <a:custGeom>
            <a:avLst/>
            <a:gdLst/>
            <a:ahLst/>
            <a:cxnLst/>
            <a:rect r="r" b="b" t="t" l="l"/>
            <a:pathLst>
              <a:path h="3171947" w="4318244">
                <a:moveTo>
                  <a:pt x="0" y="0"/>
                </a:moveTo>
                <a:lnTo>
                  <a:pt x="4318244" y="0"/>
                </a:lnTo>
                <a:lnTo>
                  <a:pt x="4318244" y="3171947"/>
                </a:lnTo>
                <a:lnTo>
                  <a:pt x="0" y="31719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416906" y="1306043"/>
            <a:ext cx="2801837" cy="3462944"/>
          </a:xfrm>
          <a:custGeom>
            <a:avLst/>
            <a:gdLst/>
            <a:ahLst/>
            <a:cxnLst/>
            <a:rect r="r" b="b" t="t" l="l"/>
            <a:pathLst>
              <a:path h="3462944" w="2801837">
                <a:moveTo>
                  <a:pt x="0" y="0"/>
                </a:moveTo>
                <a:lnTo>
                  <a:pt x="2801837" y="0"/>
                </a:lnTo>
                <a:lnTo>
                  <a:pt x="2801837" y="3462944"/>
                </a:lnTo>
                <a:lnTo>
                  <a:pt x="0" y="34629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6492653" y="4321249"/>
            <a:ext cx="4228797" cy="3106243"/>
          </a:xfrm>
          <a:custGeom>
            <a:avLst/>
            <a:gdLst/>
            <a:ahLst/>
            <a:cxnLst/>
            <a:rect r="r" b="b" t="t" l="l"/>
            <a:pathLst>
              <a:path h="3106243" w="4228797">
                <a:moveTo>
                  <a:pt x="4228797" y="0"/>
                </a:moveTo>
                <a:lnTo>
                  <a:pt x="0" y="0"/>
                </a:lnTo>
                <a:lnTo>
                  <a:pt x="0" y="3106244"/>
                </a:lnTo>
                <a:lnTo>
                  <a:pt x="4228797" y="3106244"/>
                </a:lnTo>
                <a:lnTo>
                  <a:pt x="4228797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557632" y="1409700"/>
            <a:ext cx="5429388" cy="2665336"/>
          </a:xfrm>
          <a:custGeom>
            <a:avLst/>
            <a:gdLst/>
            <a:ahLst/>
            <a:cxnLst/>
            <a:rect r="r" b="b" t="t" l="l"/>
            <a:pathLst>
              <a:path h="2665336" w="5429388">
                <a:moveTo>
                  <a:pt x="0" y="0"/>
                </a:moveTo>
                <a:lnTo>
                  <a:pt x="5429388" y="0"/>
                </a:lnTo>
                <a:lnTo>
                  <a:pt x="5429388" y="2665336"/>
                </a:lnTo>
                <a:lnTo>
                  <a:pt x="0" y="266533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74266" y="4321249"/>
            <a:ext cx="2801837" cy="3462944"/>
          </a:xfrm>
          <a:custGeom>
            <a:avLst/>
            <a:gdLst/>
            <a:ahLst/>
            <a:cxnLst/>
            <a:rect r="r" b="b" t="t" l="l"/>
            <a:pathLst>
              <a:path h="3462944" w="2801837">
                <a:moveTo>
                  <a:pt x="0" y="0"/>
                </a:moveTo>
                <a:lnTo>
                  <a:pt x="2801837" y="0"/>
                </a:lnTo>
                <a:lnTo>
                  <a:pt x="2801837" y="3462945"/>
                </a:lnTo>
                <a:lnTo>
                  <a:pt x="0" y="346294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43002" y="7506627"/>
            <a:ext cx="1080841" cy="1520365"/>
          </a:xfrm>
          <a:custGeom>
            <a:avLst/>
            <a:gdLst/>
            <a:ahLst/>
            <a:cxnLst/>
            <a:rect r="r" b="b" t="t" l="l"/>
            <a:pathLst>
              <a:path h="1520365" w="1080841">
                <a:moveTo>
                  <a:pt x="0" y="0"/>
                </a:moveTo>
                <a:lnTo>
                  <a:pt x="1080841" y="0"/>
                </a:lnTo>
                <a:lnTo>
                  <a:pt x="1080841" y="1520365"/>
                </a:lnTo>
                <a:lnTo>
                  <a:pt x="0" y="152036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106583" y="380040"/>
            <a:ext cx="1351202" cy="1808178"/>
          </a:xfrm>
          <a:custGeom>
            <a:avLst/>
            <a:gdLst/>
            <a:ahLst/>
            <a:cxnLst/>
            <a:rect r="r" b="b" t="t" l="l"/>
            <a:pathLst>
              <a:path h="1808178" w="1351202">
                <a:moveTo>
                  <a:pt x="0" y="0"/>
                </a:moveTo>
                <a:lnTo>
                  <a:pt x="1351202" y="0"/>
                </a:lnTo>
                <a:lnTo>
                  <a:pt x="1351202" y="1808177"/>
                </a:lnTo>
                <a:lnTo>
                  <a:pt x="0" y="180817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388394" y="1968954"/>
            <a:ext cx="870906" cy="2407028"/>
          </a:xfrm>
          <a:custGeom>
            <a:avLst/>
            <a:gdLst/>
            <a:ahLst/>
            <a:cxnLst/>
            <a:rect r="r" b="b" t="t" l="l"/>
            <a:pathLst>
              <a:path h="2407028" w="870906">
                <a:moveTo>
                  <a:pt x="0" y="0"/>
                </a:moveTo>
                <a:lnTo>
                  <a:pt x="870906" y="0"/>
                </a:lnTo>
                <a:lnTo>
                  <a:pt x="870906" y="2407028"/>
                </a:lnTo>
                <a:lnTo>
                  <a:pt x="0" y="240702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87704" y="4473974"/>
            <a:ext cx="1479655" cy="1681426"/>
          </a:xfrm>
          <a:custGeom>
            <a:avLst/>
            <a:gdLst/>
            <a:ahLst/>
            <a:cxnLst/>
            <a:rect r="r" b="b" t="t" l="l"/>
            <a:pathLst>
              <a:path h="1681426" w="1479655">
                <a:moveTo>
                  <a:pt x="0" y="0"/>
                </a:moveTo>
                <a:lnTo>
                  <a:pt x="1479654" y="0"/>
                </a:lnTo>
                <a:lnTo>
                  <a:pt x="1479654" y="1681425"/>
                </a:lnTo>
                <a:lnTo>
                  <a:pt x="0" y="168142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69996" y="5025576"/>
            <a:ext cx="3779673" cy="217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1"/>
              </a:lnSpc>
            </a:pPr>
            <a:r>
              <a:rPr lang="en-US" sz="650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SEXTA IDEA PARA EL PROYECTO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14043" y="2292992"/>
            <a:ext cx="4761141" cy="135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1"/>
              </a:lnSpc>
            </a:pPr>
            <a:r>
              <a:rPr lang="en-US" sz="580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TERCERA IDEA PARA EL PROYECTO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70056" y="5795152"/>
            <a:ext cx="3779673" cy="2178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01"/>
              </a:lnSpc>
            </a:pPr>
            <a:r>
              <a:rPr lang="en-US" sz="650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QUINTA IDEA PARA EL PROYECTO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7531" y="2486024"/>
            <a:ext cx="2792624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Primera idea para el proyecto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80928" y="6820183"/>
            <a:ext cx="2519141" cy="138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</a:pPr>
            <a:r>
              <a:rPr lang="en-US" sz="3067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Octava idea para el proyecto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58254" y="2481905"/>
            <a:ext cx="2519141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</a:pPr>
            <a:r>
              <a:rPr lang="en-US" sz="3067" b="true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Segunda idea para el proyecto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98214" y="5534025"/>
            <a:ext cx="2519141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0"/>
              </a:lnSpc>
            </a:pPr>
            <a:r>
              <a:rPr lang="en-US" sz="3067" b="true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Séptima idea para el proyecto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98257" y="2265990"/>
            <a:ext cx="2929746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Cuarta idea para el proyecto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182631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3"/>
                </a:lnTo>
                <a:lnTo>
                  <a:pt x="0" y="78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87677" y="1002856"/>
            <a:ext cx="9512645" cy="5742179"/>
          </a:xfrm>
          <a:custGeom>
            <a:avLst/>
            <a:gdLst/>
            <a:ahLst/>
            <a:cxnLst/>
            <a:rect r="r" b="b" t="t" l="l"/>
            <a:pathLst>
              <a:path h="5742179" w="9512645">
                <a:moveTo>
                  <a:pt x="0" y="0"/>
                </a:moveTo>
                <a:lnTo>
                  <a:pt x="9512646" y="0"/>
                </a:lnTo>
                <a:lnTo>
                  <a:pt x="9512646" y="5742179"/>
                </a:lnTo>
                <a:lnTo>
                  <a:pt x="0" y="57421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60206" y="3873945"/>
            <a:ext cx="5414477" cy="1372022"/>
            <a:chOff x="0" y="0"/>
            <a:chExt cx="1711007" cy="4335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11007" cy="433567"/>
            </a:xfrm>
            <a:custGeom>
              <a:avLst/>
              <a:gdLst/>
              <a:ahLst/>
              <a:cxnLst/>
              <a:rect r="r" b="b" t="t" l="l"/>
              <a:pathLst>
                <a:path h="433567" w="1711007">
                  <a:moveTo>
                    <a:pt x="0" y="0"/>
                  </a:moveTo>
                  <a:lnTo>
                    <a:pt x="1711007" y="0"/>
                  </a:lnTo>
                  <a:lnTo>
                    <a:pt x="1711007" y="433567"/>
                  </a:lnTo>
                  <a:lnTo>
                    <a:pt x="0" y="433567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11007" cy="48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64865" y="5677112"/>
            <a:ext cx="4243785" cy="1372022"/>
            <a:chOff x="0" y="0"/>
            <a:chExt cx="1341062" cy="4335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41062" cy="433567"/>
            </a:xfrm>
            <a:custGeom>
              <a:avLst/>
              <a:gdLst/>
              <a:ahLst/>
              <a:cxnLst/>
              <a:rect r="r" b="b" t="t" l="l"/>
              <a:pathLst>
                <a:path h="433567" w="1341062">
                  <a:moveTo>
                    <a:pt x="0" y="0"/>
                  </a:moveTo>
                  <a:lnTo>
                    <a:pt x="1341062" y="0"/>
                  </a:lnTo>
                  <a:lnTo>
                    <a:pt x="1341062" y="433567"/>
                  </a:lnTo>
                  <a:lnTo>
                    <a:pt x="0" y="433567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41062" cy="48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37119" y="7458665"/>
            <a:ext cx="4353913" cy="1372022"/>
            <a:chOff x="0" y="0"/>
            <a:chExt cx="1375863" cy="4335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5863" cy="433567"/>
            </a:xfrm>
            <a:custGeom>
              <a:avLst/>
              <a:gdLst/>
              <a:ahLst/>
              <a:cxnLst/>
              <a:rect r="r" b="b" t="t" l="l"/>
              <a:pathLst>
                <a:path h="433567" w="1375863">
                  <a:moveTo>
                    <a:pt x="0" y="0"/>
                  </a:moveTo>
                  <a:lnTo>
                    <a:pt x="1375863" y="0"/>
                  </a:lnTo>
                  <a:lnTo>
                    <a:pt x="1375863" y="433567"/>
                  </a:lnTo>
                  <a:lnTo>
                    <a:pt x="0" y="433567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75863" cy="48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00444" y="3873945"/>
            <a:ext cx="3179520" cy="1372022"/>
            <a:chOff x="0" y="0"/>
            <a:chExt cx="1004747" cy="4335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4747" cy="433567"/>
            </a:xfrm>
            <a:custGeom>
              <a:avLst/>
              <a:gdLst/>
              <a:ahLst/>
              <a:cxnLst/>
              <a:rect r="r" b="b" t="t" l="l"/>
              <a:pathLst>
                <a:path h="433567" w="1004747">
                  <a:moveTo>
                    <a:pt x="0" y="0"/>
                  </a:moveTo>
                  <a:lnTo>
                    <a:pt x="1004747" y="0"/>
                  </a:lnTo>
                  <a:lnTo>
                    <a:pt x="1004747" y="433567"/>
                  </a:lnTo>
                  <a:lnTo>
                    <a:pt x="0" y="433567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04747" cy="48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63036" y="5677112"/>
            <a:ext cx="4704966" cy="1372022"/>
            <a:chOff x="0" y="0"/>
            <a:chExt cx="1486798" cy="43356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86798" cy="433567"/>
            </a:xfrm>
            <a:custGeom>
              <a:avLst/>
              <a:gdLst/>
              <a:ahLst/>
              <a:cxnLst/>
              <a:rect r="r" b="b" t="t" l="l"/>
              <a:pathLst>
                <a:path h="433567" w="1486798">
                  <a:moveTo>
                    <a:pt x="0" y="0"/>
                  </a:moveTo>
                  <a:lnTo>
                    <a:pt x="1486798" y="0"/>
                  </a:lnTo>
                  <a:lnTo>
                    <a:pt x="1486798" y="433567"/>
                  </a:lnTo>
                  <a:lnTo>
                    <a:pt x="0" y="433567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486798" cy="48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27635" y="3873945"/>
            <a:ext cx="5692566" cy="1390977"/>
            <a:chOff x="0" y="0"/>
            <a:chExt cx="1798885" cy="4395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98885" cy="439557"/>
            </a:xfrm>
            <a:custGeom>
              <a:avLst/>
              <a:gdLst/>
              <a:ahLst/>
              <a:cxnLst/>
              <a:rect r="r" b="b" t="t" l="l"/>
              <a:pathLst>
                <a:path h="439557" w="1798885">
                  <a:moveTo>
                    <a:pt x="0" y="0"/>
                  </a:moveTo>
                  <a:lnTo>
                    <a:pt x="1798885" y="0"/>
                  </a:lnTo>
                  <a:lnTo>
                    <a:pt x="1798885" y="439557"/>
                  </a:lnTo>
                  <a:lnTo>
                    <a:pt x="0" y="439557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798885" cy="4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180801" y="5677112"/>
            <a:ext cx="5414477" cy="1372022"/>
            <a:chOff x="0" y="0"/>
            <a:chExt cx="1711007" cy="4335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11007" cy="433567"/>
            </a:xfrm>
            <a:custGeom>
              <a:avLst/>
              <a:gdLst/>
              <a:ahLst/>
              <a:cxnLst/>
              <a:rect r="r" b="b" t="t" l="l"/>
              <a:pathLst>
                <a:path h="433567" w="1711007">
                  <a:moveTo>
                    <a:pt x="0" y="0"/>
                  </a:moveTo>
                  <a:lnTo>
                    <a:pt x="1711007" y="0"/>
                  </a:lnTo>
                  <a:lnTo>
                    <a:pt x="1711007" y="433567"/>
                  </a:lnTo>
                  <a:lnTo>
                    <a:pt x="0" y="433567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711007" cy="48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3220" y="7458665"/>
            <a:ext cx="6489923" cy="1372022"/>
            <a:chOff x="0" y="0"/>
            <a:chExt cx="2050855" cy="4335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50855" cy="433567"/>
            </a:xfrm>
            <a:custGeom>
              <a:avLst/>
              <a:gdLst/>
              <a:ahLst/>
              <a:cxnLst/>
              <a:rect r="r" b="b" t="t" l="l"/>
              <a:pathLst>
                <a:path h="433567" w="2050855">
                  <a:moveTo>
                    <a:pt x="0" y="0"/>
                  </a:moveTo>
                  <a:lnTo>
                    <a:pt x="2050855" y="0"/>
                  </a:lnTo>
                  <a:lnTo>
                    <a:pt x="2050855" y="433567"/>
                  </a:lnTo>
                  <a:lnTo>
                    <a:pt x="0" y="433567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2050855" cy="48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930867" y="7458665"/>
            <a:ext cx="4353913" cy="1372022"/>
            <a:chOff x="0" y="0"/>
            <a:chExt cx="1375863" cy="43356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5863" cy="433567"/>
            </a:xfrm>
            <a:custGeom>
              <a:avLst/>
              <a:gdLst/>
              <a:ahLst/>
              <a:cxnLst/>
              <a:rect r="r" b="b" t="t" l="l"/>
              <a:pathLst>
                <a:path h="433567" w="1375863">
                  <a:moveTo>
                    <a:pt x="0" y="0"/>
                  </a:moveTo>
                  <a:lnTo>
                    <a:pt x="1375863" y="0"/>
                  </a:lnTo>
                  <a:lnTo>
                    <a:pt x="1375863" y="433567"/>
                  </a:lnTo>
                  <a:lnTo>
                    <a:pt x="0" y="433567"/>
                  </a:lnTo>
                  <a:close/>
                </a:path>
              </a:pathLst>
            </a:custGeom>
            <a:solidFill>
              <a:srgbClr val="EEFB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375863" cy="48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777538" y="692073"/>
            <a:ext cx="3089907" cy="2657320"/>
          </a:xfrm>
          <a:custGeom>
            <a:avLst/>
            <a:gdLst/>
            <a:ahLst/>
            <a:cxnLst/>
            <a:rect r="r" b="b" t="t" l="l"/>
            <a:pathLst>
              <a:path h="2657320" w="3089907">
                <a:moveTo>
                  <a:pt x="0" y="0"/>
                </a:moveTo>
                <a:lnTo>
                  <a:pt x="3089906" y="0"/>
                </a:lnTo>
                <a:lnTo>
                  <a:pt x="3089906" y="2657319"/>
                </a:lnTo>
                <a:lnTo>
                  <a:pt x="0" y="26573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9927972">
            <a:off x="14789436" y="1020683"/>
            <a:ext cx="1199838" cy="2307381"/>
          </a:xfrm>
          <a:custGeom>
            <a:avLst/>
            <a:gdLst/>
            <a:ahLst/>
            <a:cxnLst/>
            <a:rect r="r" b="b" t="t" l="l"/>
            <a:pathLst>
              <a:path h="2307381" w="1199838">
                <a:moveTo>
                  <a:pt x="0" y="0"/>
                </a:moveTo>
                <a:lnTo>
                  <a:pt x="1199839" y="0"/>
                </a:lnTo>
                <a:lnTo>
                  <a:pt x="1199839" y="2307381"/>
                </a:lnTo>
                <a:lnTo>
                  <a:pt x="0" y="230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872027">
            <a:off x="16129649" y="632213"/>
            <a:ext cx="1199838" cy="2307381"/>
          </a:xfrm>
          <a:custGeom>
            <a:avLst/>
            <a:gdLst/>
            <a:ahLst/>
            <a:cxnLst/>
            <a:rect r="r" b="b" t="t" l="l"/>
            <a:pathLst>
              <a:path h="2307381" w="1199838">
                <a:moveTo>
                  <a:pt x="0" y="0"/>
                </a:moveTo>
                <a:lnTo>
                  <a:pt x="1199838" y="0"/>
                </a:lnTo>
                <a:lnTo>
                  <a:pt x="1199838" y="2307381"/>
                </a:lnTo>
                <a:lnTo>
                  <a:pt x="0" y="23073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56138" y="3811876"/>
            <a:ext cx="5022612" cy="13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7817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CREATIVIDAD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8434" y="5615043"/>
            <a:ext cx="3936647" cy="13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7817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DIVERSIÓN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94673" y="7396596"/>
            <a:ext cx="4038805" cy="13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7817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DINÁMICO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15500" y="3811876"/>
            <a:ext cx="2949407" cy="13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7817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IDEAS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33293" y="5615043"/>
            <a:ext cx="4364452" cy="13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7817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INNOVACIÓN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533631" y="3821401"/>
            <a:ext cx="5280575" cy="1259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4"/>
              </a:lnSpc>
            </a:pPr>
            <a:r>
              <a:rPr lang="en-US" sz="7328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MEDIO AMBIENTE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376733" y="5615043"/>
            <a:ext cx="5022612" cy="13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7817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COMUNICATIVO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8069" y="7396596"/>
            <a:ext cx="6020225" cy="13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7817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TECNOLÓGICO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88421" y="7396596"/>
            <a:ext cx="4038805" cy="134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sz="7817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MODERNO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062779" y="1834415"/>
            <a:ext cx="9447542" cy="212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3"/>
              </a:lnSpc>
            </a:pPr>
            <a:r>
              <a:rPr lang="en-US" sz="9991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CUANDO USARLA Y GANANCIAS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182631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3"/>
                </a:lnTo>
                <a:lnTo>
                  <a:pt x="0" y="78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50249" y="1847161"/>
            <a:ext cx="8082819" cy="6363383"/>
          </a:xfrm>
          <a:custGeom>
            <a:avLst/>
            <a:gdLst/>
            <a:ahLst/>
            <a:cxnLst/>
            <a:rect r="r" b="b" t="t" l="l"/>
            <a:pathLst>
              <a:path h="6363383" w="8082819">
                <a:moveTo>
                  <a:pt x="0" y="0"/>
                </a:moveTo>
                <a:lnTo>
                  <a:pt x="8082819" y="0"/>
                </a:lnTo>
                <a:lnTo>
                  <a:pt x="8082819" y="6363383"/>
                </a:lnTo>
                <a:lnTo>
                  <a:pt x="0" y="63633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288828" y="945558"/>
            <a:ext cx="4814506" cy="8357089"/>
            <a:chOff x="0" y="0"/>
            <a:chExt cx="3446780" cy="5982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39370" y="34290"/>
              <a:ext cx="3370580" cy="5911850"/>
            </a:xfrm>
            <a:custGeom>
              <a:avLst/>
              <a:gdLst/>
              <a:ahLst/>
              <a:cxnLst/>
              <a:rect r="r" b="b" t="t" l="l"/>
              <a:pathLst>
                <a:path h="5911850" w="3370580">
                  <a:moveTo>
                    <a:pt x="3370580" y="5911850"/>
                  </a:moveTo>
                  <a:lnTo>
                    <a:pt x="0" y="5911850"/>
                  </a:lnTo>
                  <a:lnTo>
                    <a:pt x="0" y="0"/>
                  </a:lnTo>
                  <a:lnTo>
                    <a:pt x="3370580" y="0"/>
                  </a:lnTo>
                  <a:lnTo>
                    <a:pt x="3370580" y="5911850"/>
                  </a:lnTo>
                  <a:close/>
                </a:path>
              </a:pathLst>
            </a:custGeom>
            <a:blipFill>
              <a:blip r:embed="rId6"/>
              <a:stretch>
                <a:fillRect l="-8538" t="0" r="-8538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" y="6350"/>
              <a:ext cx="3434080" cy="5970270"/>
            </a:xfrm>
            <a:custGeom>
              <a:avLst/>
              <a:gdLst/>
              <a:ahLst/>
              <a:cxnLst/>
              <a:rect r="r" b="b" t="t" l="l"/>
              <a:pathLst>
                <a:path h="5970270" w="3434080">
                  <a:moveTo>
                    <a:pt x="0" y="0"/>
                  </a:moveTo>
                  <a:lnTo>
                    <a:pt x="60960" y="0"/>
                  </a:lnTo>
                  <a:lnTo>
                    <a:pt x="60960" y="60960"/>
                  </a:lnTo>
                  <a:lnTo>
                    <a:pt x="0" y="60960"/>
                  </a:lnTo>
                  <a:lnTo>
                    <a:pt x="0" y="0"/>
                  </a:lnTo>
                  <a:close/>
                  <a:moveTo>
                    <a:pt x="3373120" y="0"/>
                  </a:moveTo>
                  <a:lnTo>
                    <a:pt x="3434080" y="0"/>
                  </a:lnTo>
                  <a:lnTo>
                    <a:pt x="3434080" y="60960"/>
                  </a:lnTo>
                  <a:lnTo>
                    <a:pt x="3373120" y="60960"/>
                  </a:lnTo>
                  <a:lnTo>
                    <a:pt x="3373120" y="0"/>
                  </a:lnTo>
                  <a:close/>
                  <a:moveTo>
                    <a:pt x="1686560" y="0"/>
                  </a:moveTo>
                  <a:lnTo>
                    <a:pt x="1747520" y="0"/>
                  </a:lnTo>
                  <a:lnTo>
                    <a:pt x="1747520" y="60960"/>
                  </a:lnTo>
                  <a:lnTo>
                    <a:pt x="1686560" y="60960"/>
                  </a:lnTo>
                  <a:lnTo>
                    <a:pt x="1686560" y="0"/>
                  </a:lnTo>
                  <a:close/>
                  <a:moveTo>
                    <a:pt x="0" y="5909310"/>
                  </a:moveTo>
                  <a:lnTo>
                    <a:pt x="60960" y="5909310"/>
                  </a:lnTo>
                  <a:lnTo>
                    <a:pt x="60960" y="5970270"/>
                  </a:lnTo>
                  <a:lnTo>
                    <a:pt x="0" y="5970270"/>
                  </a:lnTo>
                  <a:lnTo>
                    <a:pt x="0" y="5909310"/>
                  </a:lnTo>
                  <a:close/>
                  <a:moveTo>
                    <a:pt x="3373120" y="5909310"/>
                  </a:moveTo>
                  <a:lnTo>
                    <a:pt x="3434080" y="5909310"/>
                  </a:lnTo>
                  <a:lnTo>
                    <a:pt x="3434080" y="5970270"/>
                  </a:lnTo>
                  <a:lnTo>
                    <a:pt x="3373120" y="5970270"/>
                  </a:lnTo>
                  <a:lnTo>
                    <a:pt x="3373120" y="5909310"/>
                  </a:lnTo>
                  <a:close/>
                  <a:moveTo>
                    <a:pt x="1686560" y="5909310"/>
                  </a:moveTo>
                  <a:lnTo>
                    <a:pt x="1747520" y="5909310"/>
                  </a:lnTo>
                  <a:lnTo>
                    <a:pt x="1747520" y="5970270"/>
                  </a:lnTo>
                  <a:lnTo>
                    <a:pt x="1686560" y="5970270"/>
                  </a:lnTo>
                  <a:lnTo>
                    <a:pt x="1686560" y="5909310"/>
                  </a:lnTo>
                  <a:close/>
                  <a:moveTo>
                    <a:pt x="3373120" y="2955290"/>
                  </a:moveTo>
                  <a:lnTo>
                    <a:pt x="3434080" y="2955290"/>
                  </a:lnTo>
                  <a:lnTo>
                    <a:pt x="3434080" y="3016250"/>
                  </a:lnTo>
                  <a:lnTo>
                    <a:pt x="3373120" y="3016250"/>
                  </a:lnTo>
                  <a:lnTo>
                    <a:pt x="3373120" y="2955290"/>
                  </a:lnTo>
                  <a:close/>
                  <a:moveTo>
                    <a:pt x="0" y="2955290"/>
                  </a:moveTo>
                  <a:lnTo>
                    <a:pt x="60960" y="2955290"/>
                  </a:lnTo>
                  <a:lnTo>
                    <a:pt x="60960" y="3016250"/>
                  </a:lnTo>
                  <a:lnTo>
                    <a:pt x="0" y="3016250"/>
                  </a:lnTo>
                  <a:lnTo>
                    <a:pt x="0" y="295529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6780" cy="5984240"/>
            </a:xfrm>
            <a:custGeom>
              <a:avLst/>
              <a:gdLst/>
              <a:ahLst/>
              <a:cxnLst/>
              <a:rect r="r" b="b" t="t" l="l"/>
              <a:pathLst>
                <a:path h="5984240" w="3446780">
                  <a:moveTo>
                    <a:pt x="3446780" y="73660"/>
                  </a:moveTo>
                  <a:lnTo>
                    <a:pt x="3446780" y="0"/>
                  </a:lnTo>
                  <a:lnTo>
                    <a:pt x="3373120" y="0"/>
                  </a:lnTo>
                  <a:lnTo>
                    <a:pt x="3373120" y="30480"/>
                  </a:lnTo>
                  <a:lnTo>
                    <a:pt x="1760220" y="30480"/>
                  </a:lnTo>
                  <a:lnTo>
                    <a:pt x="1760220" y="0"/>
                  </a:lnTo>
                  <a:lnTo>
                    <a:pt x="1686560" y="0"/>
                  </a:lnTo>
                  <a:lnTo>
                    <a:pt x="1686560" y="30480"/>
                  </a:lnTo>
                  <a:lnTo>
                    <a:pt x="73660" y="30480"/>
                  </a:lnTo>
                  <a:lnTo>
                    <a:pt x="73660" y="0"/>
                  </a:lnTo>
                  <a:lnTo>
                    <a:pt x="0" y="0"/>
                  </a:lnTo>
                  <a:lnTo>
                    <a:pt x="0" y="73660"/>
                  </a:lnTo>
                  <a:lnTo>
                    <a:pt x="30480" y="73660"/>
                  </a:lnTo>
                  <a:lnTo>
                    <a:pt x="30480" y="2955290"/>
                  </a:lnTo>
                  <a:lnTo>
                    <a:pt x="0" y="2955290"/>
                  </a:lnTo>
                  <a:lnTo>
                    <a:pt x="0" y="3028950"/>
                  </a:lnTo>
                  <a:lnTo>
                    <a:pt x="30480" y="3028950"/>
                  </a:lnTo>
                  <a:lnTo>
                    <a:pt x="30480" y="5910580"/>
                  </a:lnTo>
                  <a:lnTo>
                    <a:pt x="0" y="5910580"/>
                  </a:lnTo>
                  <a:lnTo>
                    <a:pt x="0" y="5984240"/>
                  </a:lnTo>
                  <a:lnTo>
                    <a:pt x="73660" y="5984240"/>
                  </a:lnTo>
                  <a:lnTo>
                    <a:pt x="73660" y="5953760"/>
                  </a:lnTo>
                  <a:lnTo>
                    <a:pt x="1686560" y="5953760"/>
                  </a:lnTo>
                  <a:lnTo>
                    <a:pt x="1686560" y="5984240"/>
                  </a:lnTo>
                  <a:lnTo>
                    <a:pt x="1760220" y="5984240"/>
                  </a:lnTo>
                  <a:lnTo>
                    <a:pt x="1760220" y="5953760"/>
                  </a:lnTo>
                  <a:lnTo>
                    <a:pt x="3373120" y="5953760"/>
                  </a:lnTo>
                  <a:lnTo>
                    <a:pt x="3373120" y="5984240"/>
                  </a:lnTo>
                  <a:lnTo>
                    <a:pt x="3446780" y="5984240"/>
                  </a:lnTo>
                  <a:lnTo>
                    <a:pt x="3446780" y="5910580"/>
                  </a:lnTo>
                  <a:lnTo>
                    <a:pt x="3416300" y="5910580"/>
                  </a:lnTo>
                  <a:lnTo>
                    <a:pt x="3416300" y="3028950"/>
                  </a:lnTo>
                  <a:lnTo>
                    <a:pt x="3403600" y="3028950"/>
                  </a:lnTo>
                  <a:lnTo>
                    <a:pt x="3403600" y="5910580"/>
                  </a:lnTo>
                  <a:lnTo>
                    <a:pt x="3373120" y="5910580"/>
                  </a:lnTo>
                  <a:lnTo>
                    <a:pt x="3373120" y="5941060"/>
                  </a:lnTo>
                  <a:lnTo>
                    <a:pt x="1760220" y="5941060"/>
                  </a:lnTo>
                  <a:lnTo>
                    <a:pt x="1760220" y="5910580"/>
                  </a:lnTo>
                  <a:lnTo>
                    <a:pt x="1686560" y="5910580"/>
                  </a:lnTo>
                  <a:lnTo>
                    <a:pt x="1686560" y="5941060"/>
                  </a:lnTo>
                  <a:lnTo>
                    <a:pt x="73660" y="5941060"/>
                  </a:lnTo>
                  <a:lnTo>
                    <a:pt x="73660" y="5910580"/>
                  </a:lnTo>
                  <a:lnTo>
                    <a:pt x="43180" y="5910580"/>
                  </a:lnTo>
                  <a:lnTo>
                    <a:pt x="43180" y="3028950"/>
                  </a:lnTo>
                  <a:lnTo>
                    <a:pt x="73660" y="3028950"/>
                  </a:lnTo>
                  <a:lnTo>
                    <a:pt x="73660" y="2955290"/>
                  </a:lnTo>
                  <a:lnTo>
                    <a:pt x="43180" y="2955290"/>
                  </a:lnTo>
                  <a:lnTo>
                    <a:pt x="43180" y="73660"/>
                  </a:lnTo>
                  <a:lnTo>
                    <a:pt x="73660" y="73660"/>
                  </a:lnTo>
                  <a:lnTo>
                    <a:pt x="73660" y="43180"/>
                  </a:lnTo>
                  <a:lnTo>
                    <a:pt x="1686560" y="43180"/>
                  </a:lnTo>
                  <a:lnTo>
                    <a:pt x="1686560" y="73660"/>
                  </a:lnTo>
                  <a:lnTo>
                    <a:pt x="1760220" y="73660"/>
                  </a:lnTo>
                  <a:lnTo>
                    <a:pt x="1760220" y="43180"/>
                  </a:lnTo>
                  <a:lnTo>
                    <a:pt x="3373120" y="43180"/>
                  </a:lnTo>
                  <a:lnTo>
                    <a:pt x="3373120" y="73660"/>
                  </a:lnTo>
                  <a:lnTo>
                    <a:pt x="3403600" y="73660"/>
                  </a:lnTo>
                  <a:lnTo>
                    <a:pt x="3403600" y="2955290"/>
                  </a:lnTo>
                  <a:lnTo>
                    <a:pt x="3373120" y="2955290"/>
                  </a:lnTo>
                  <a:lnTo>
                    <a:pt x="3373120" y="3028950"/>
                  </a:lnTo>
                  <a:lnTo>
                    <a:pt x="3446780" y="3028950"/>
                  </a:lnTo>
                  <a:lnTo>
                    <a:pt x="3446780" y="2955290"/>
                  </a:lnTo>
                  <a:lnTo>
                    <a:pt x="3416300" y="2955290"/>
                  </a:lnTo>
                  <a:lnTo>
                    <a:pt x="3416300" y="73660"/>
                  </a:lnTo>
                  <a:lnTo>
                    <a:pt x="3446780" y="73660"/>
                  </a:lnTo>
                  <a:close/>
                  <a:moveTo>
                    <a:pt x="3385820" y="5922010"/>
                  </a:moveTo>
                  <a:lnTo>
                    <a:pt x="3434080" y="5922010"/>
                  </a:lnTo>
                  <a:lnTo>
                    <a:pt x="3434080" y="5970270"/>
                  </a:lnTo>
                  <a:lnTo>
                    <a:pt x="3385820" y="5970270"/>
                  </a:lnTo>
                  <a:lnTo>
                    <a:pt x="3385820" y="5922010"/>
                  </a:lnTo>
                  <a:close/>
                  <a:moveTo>
                    <a:pt x="1699260" y="5922010"/>
                  </a:moveTo>
                  <a:lnTo>
                    <a:pt x="1747520" y="5922010"/>
                  </a:lnTo>
                  <a:lnTo>
                    <a:pt x="1747520" y="5970270"/>
                  </a:lnTo>
                  <a:lnTo>
                    <a:pt x="1699260" y="5970270"/>
                  </a:lnTo>
                  <a:lnTo>
                    <a:pt x="1699260" y="5922010"/>
                  </a:lnTo>
                  <a:close/>
                  <a:moveTo>
                    <a:pt x="60960" y="5970270"/>
                  </a:moveTo>
                  <a:lnTo>
                    <a:pt x="12700" y="5970270"/>
                  </a:lnTo>
                  <a:lnTo>
                    <a:pt x="12700" y="5922010"/>
                  </a:lnTo>
                  <a:lnTo>
                    <a:pt x="60960" y="5922010"/>
                  </a:lnTo>
                  <a:lnTo>
                    <a:pt x="60960" y="5970270"/>
                  </a:lnTo>
                  <a:close/>
                  <a:moveTo>
                    <a:pt x="60960" y="3016250"/>
                  </a:moveTo>
                  <a:lnTo>
                    <a:pt x="12700" y="3016250"/>
                  </a:lnTo>
                  <a:lnTo>
                    <a:pt x="12700" y="2967990"/>
                  </a:lnTo>
                  <a:lnTo>
                    <a:pt x="60960" y="2967990"/>
                  </a:lnTo>
                  <a:lnTo>
                    <a:pt x="60960" y="3016250"/>
                  </a:lnTo>
                  <a:close/>
                  <a:moveTo>
                    <a:pt x="60960" y="60960"/>
                  </a:moveTo>
                  <a:lnTo>
                    <a:pt x="12700" y="60960"/>
                  </a:lnTo>
                  <a:lnTo>
                    <a:pt x="12700" y="12700"/>
                  </a:lnTo>
                  <a:lnTo>
                    <a:pt x="60960" y="12700"/>
                  </a:lnTo>
                  <a:lnTo>
                    <a:pt x="60960" y="60960"/>
                  </a:lnTo>
                  <a:close/>
                  <a:moveTo>
                    <a:pt x="1747520" y="60960"/>
                  </a:moveTo>
                  <a:lnTo>
                    <a:pt x="1699260" y="60960"/>
                  </a:lnTo>
                  <a:lnTo>
                    <a:pt x="1699260" y="12700"/>
                  </a:lnTo>
                  <a:lnTo>
                    <a:pt x="1747520" y="12700"/>
                  </a:lnTo>
                  <a:lnTo>
                    <a:pt x="1747520" y="60960"/>
                  </a:lnTo>
                  <a:close/>
                  <a:moveTo>
                    <a:pt x="3434080" y="3016250"/>
                  </a:moveTo>
                  <a:lnTo>
                    <a:pt x="3385820" y="3016250"/>
                  </a:lnTo>
                  <a:lnTo>
                    <a:pt x="3385820" y="2967990"/>
                  </a:lnTo>
                  <a:lnTo>
                    <a:pt x="3434080" y="2967990"/>
                  </a:lnTo>
                  <a:lnTo>
                    <a:pt x="3434080" y="3016250"/>
                  </a:lnTo>
                  <a:close/>
                  <a:moveTo>
                    <a:pt x="3385820" y="12700"/>
                  </a:moveTo>
                  <a:lnTo>
                    <a:pt x="3434080" y="12700"/>
                  </a:lnTo>
                  <a:lnTo>
                    <a:pt x="3434080" y="60960"/>
                  </a:lnTo>
                  <a:lnTo>
                    <a:pt x="3385820" y="60960"/>
                  </a:lnTo>
                  <a:lnTo>
                    <a:pt x="3385820" y="127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288313" y="1524197"/>
            <a:ext cx="1546587" cy="2531616"/>
          </a:xfrm>
          <a:custGeom>
            <a:avLst/>
            <a:gdLst/>
            <a:ahLst/>
            <a:cxnLst/>
            <a:rect r="r" b="b" t="t" l="l"/>
            <a:pathLst>
              <a:path h="2531616" w="1546587">
                <a:moveTo>
                  <a:pt x="0" y="0"/>
                </a:moveTo>
                <a:lnTo>
                  <a:pt x="1546587" y="0"/>
                </a:lnTo>
                <a:lnTo>
                  <a:pt x="1546587" y="2531616"/>
                </a:lnTo>
                <a:lnTo>
                  <a:pt x="0" y="25316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5386786"/>
            <a:ext cx="1674314" cy="2661482"/>
          </a:xfrm>
          <a:custGeom>
            <a:avLst/>
            <a:gdLst/>
            <a:ahLst/>
            <a:cxnLst/>
            <a:rect r="r" b="b" t="t" l="l"/>
            <a:pathLst>
              <a:path h="2661482" w="1674314">
                <a:moveTo>
                  <a:pt x="0" y="0"/>
                </a:moveTo>
                <a:lnTo>
                  <a:pt x="1674314" y="0"/>
                </a:lnTo>
                <a:lnTo>
                  <a:pt x="1674314" y="2661482"/>
                </a:lnTo>
                <a:lnTo>
                  <a:pt x="0" y="26614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7525444" y="7693740"/>
            <a:ext cx="2649610" cy="1922171"/>
          </a:xfrm>
          <a:custGeom>
            <a:avLst/>
            <a:gdLst/>
            <a:ahLst/>
            <a:cxnLst/>
            <a:rect r="r" b="b" t="t" l="l"/>
            <a:pathLst>
              <a:path h="1922171" w="2649610">
                <a:moveTo>
                  <a:pt x="2649609" y="0"/>
                </a:moveTo>
                <a:lnTo>
                  <a:pt x="0" y="0"/>
                </a:lnTo>
                <a:lnTo>
                  <a:pt x="0" y="1922171"/>
                </a:lnTo>
                <a:lnTo>
                  <a:pt x="2649609" y="1922171"/>
                </a:lnTo>
                <a:lnTo>
                  <a:pt x="2649609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000572" y="662542"/>
            <a:ext cx="3245962" cy="861655"/>
          </a:xfrm>
          <a:custGeom>
            <a:avLst/>
            <a:gdLst/>
            <a:ahLst/>
            <a:cxnLst/>
            <a:rect r="r" b="b" t="t" l="l"/>
            <a:pathLst>
              <a:path h="861655" w="3245962">
                <a:moveTo>
                  <a:pt x="0" y="0"/>
                </a:moveTo>
                <a:lnTo>
                  <a:pt x="3245961" y="0"/>
                </a:lnTo>
                <a:lnTo>
                  <a:pt x="3245961" y="861655"/>
                </a:lnTo>
                <a:lnTo>
                  <a:pt x="0" y="86165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79532" y="4053862"/>
            <a:ext cx="7024252" cy="133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3"/>
              </a:lnSpc>
            </a:pPr>
            <a:r>
              <a:rPr lang="en-US" sz="1079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COSTO Y LÍMITE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79532" y="5301061"/>
            <a:ext cx="7024252" cy="239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Now Light"/>
                <a:ea typeface="Now Light"/>
                <a:cs typeface="Now Light"/>
                <a:sym typeface="Now Light"/>
              </a:rPr>
              <a:t>Lorem ipsum dolor sit amet, consectetur adipiscing elit, sed do eiusmod tempor incididunt ut labore et dolore magna aliqua. Urna cursus eget nunc scelerisque. Sollicitudin nibh sit amet commodo nulla.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5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059" y="1182631"/>
            <a:ext cx="14821881" cy="7882943"/>
          </a:xfrm>
          <a:custGeom>
            <a:avLst/>
            <a:gdLst/>
            <a:ahLst/>
            <a:cxnLst/>
            <a:rect r="r" b="b" t="t" l="l"/>
            <a:pathLst>
              <a:path h="7882943" w="14821881">
                <a:moveTo>
                  <a:pt x="0" y="0"/>
                </a:moveTo>
                <a:lnTo>
                  <a:pt x="14821882" y="0"/>
                </a:lnTo>
                <a:lnTo>
                  <a:pt x="14821882" y="7882943"/>
                </a:lnTo>
                <a:lnTo>
                  <a:pt x="0" y="7882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8802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499534" y="5762334"/>
            <a:ext cx="8292549" cy="3709031"/>
          </a:xfrm>
          <a:custGeom>
            <a:avLst/>
            <a:gdLst/>
            <a:ahLst/>
            <a:cxnLst/>
            <a:rect r="r" b="b" t="t" l="l"/>
            <a:pathLst>
              <a:path h="3709031" w="8292549">
                <a:moveTo>
                  <a:pt x="8292550" y="0"/>
                </a:moveTo>
                <a:lnTo>
                  <a:pt x="0" y="0"/>
                </a:lnTo>
                <a:lnTo>
                  <a:pt x="0" y="3709031"/>
                </a:lnTo>
                <a:lnTo>
                  <a:pt x="8292550" y="3709031"/>
                </a:lnTo>
                <a:lnTo>
                  <a:pt x="82925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50859" y="617895"/>
            <a:ext cx="10207081" cy="7497565"/>
          </a:xfrm>
          <a:custGeom>
            <a:avLst/>
            <a:gdLst/>
            <a:ahLst/>
            <a:cxnLst/>
            <a:rect r="r" b="b" t="t" l="l"/>
            <a:pathLst>
              <a:path h="7497565" w="10207081">
                <a:moveTo>
                  <a:pt x="0" y="0"/>
                </a:moveTo>
                <a:lnTo>
                  <a:pt x="10207081" y="0"/>
                </a:lnTo>
                <a:lnTo>
                  <a:pt x="10207081" y="7497565"/>
                </a:lnTo>
                <a:lnTo>
                  <a:pt x="0" y="74975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41796" y="2940300"/>
            <a:ext cx="9144811" cy="339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16000">
                <a:solidFill>
                  <a:srgbClr val="000000"/>
                </a:solidFill>
                <a:latin typeface="SuperDario"/>
                <a:ea typeface="SuperDario"/>
                <a:cs typeface="SuperDario"/>
                <a:sym typeface="SuperDario"/>
              </a:rPr>
              <a:t>¡GRACIAS POR TU ATENCIÓN!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515676" y="1441942"/>
            <a:ext cx="2078530" cy="2082316"/>
          </a:xfrm>
          <a:custGeom>
            <a:avLst/>
            <a:gdLst/>
            <a:ahLst/>
            <a:cxnLst/>
            <a:rect r="r" b="b" t="t" l="l"/>
            <a:pathLst>
              <a:path h="2082316" w="2078530">
                <a:moveTo>
                  <a:pt x="0" y="0"/>
                </a:moveTo>
                <a:lnTo>
                  <a:pt x="2078530" y="0"/>
                </a:lnTo>
                <a:lnTo>
                  <a:pt x="2078530" y="2082316"/>
                </a:lnTo>
                <a:lnTo>
                  <a:pt x="0" y="20823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31063" y="6741381"/>
            <a:ext cx="2628237" cy="2748157"/>
          </a:xfrm>
          <a:custGeom>
            <a:avLst/>
            <a:gdLst/>
            <a:ahLst/>
            <a:cxnLst/>
            <a:rect r="r" b="b" t="t" l="l"/>
            <a:pathLst>
              <a:path h="2748157" w="2628237">
                <a:moveTo>
                  <a:pt x="0" y="0"/>
                </a:moveTo>
                <a:lnTo>
                  <a:pt x="2628237" y="0"/>
                </a:lnTo>
                <a:lnTo>
                  <a:pt x="2628237" y="2748157"/>
                </a:lnTo>
                <a:lnTo>
                  <a:pt x="0" y="2748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5929" y="961935"/>
            <a:ext cx="1834260" cy="2384972"/>
          </a:xfrm>
          <a:custGeom>
            <a:avLst/>
            <a:gdLst/>
            <a:ahLst/>
            <a:cxnLst/>
            <a:rect r="r" b="b" t="t" l="l"/>
            <a:pathLst>
              <a:path h="2384972" w="1834260">
                <a:moveTo>
                  <a:pt x="0" y="0"/>
                </a:moveTo>
                <a:lnTo>
                  <a:pt x="1834261" y="0"/>
                </a:lnTo>
                <a:lnTo>
                  <a:pt x="1834261" y="2384973"/>
                </a:lnTo>
                <a:lnTo>
                  <a:pt x="0" y="238497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21897" y="3088443"/>
            <a:ext cx="2061902" cy="2035659"/>
          </a:xfrm>
          <a:custGeom>
            <a:avLst/>
            <a:gdLst/>
            <a:ahLst/>
            <a:cxnLst/>
            <a:rect r="r" b="b" t="t" l="l"/>
            <a:pathLst>
              <a:path h="2035659" w="2061902">
                <a:moveTo>
                  <a:pt x="0" y="0"/>
                </a:moveTo>
                <a:lnTo>
                  <a:pt x="2061901" y="0"/>
                </a:lnTo>
                <a:lnTo>
                  <a:pt x="2061901" y="2035660"/>
                </a:lnTo>
                <a:lnTo>
                  <a:pt x="0" y="20356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41796" y="6087458"/>
            <a:ext cx="914481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Now"/>
                <a:ea typeface="Now"/>
                <a:cs typeface="Now"/>
                <a:sym typeface="Now"/>
              </a:rPr>
              <a:t>Comparte todas las ideas nuevas que se te ocurran con nosotros en hola@sitioincreible.com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DAHYrbFc2UE</dc:identifier>
  <dcterms:modified xsi:type="dcterms:W3CDTF">2011-08-01T06:04:30Z</dcterms:modified>
  <cp:revision>1</cp:revision>
  <dc:title>Presentación lluvia de ideas digital tecnológico azul</dc:title>
</cp:coreProperties>
</file>